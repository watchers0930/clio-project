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9" r:id="rId2"/>
    <p:sldId id="291" r:id="rId3"/>
  </p:sldIdLst>
  <p:sldSz cx="9144000" cy="6858000" type="screen4x3"/>
  <p:notesSz cx="6889750" cy="100187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53" autoAdjust="0"/>
  </p:normalViewPr>
  <p:slideViewPr>
    <p:cSldViewPr>
      <p:cViewPr varScale="1">
        <p:scale>
          <a:sx n="120" d="100"/>
          <a:sy n="120" d="100"/>
        </p:scale>
        <p:origin x="-1422" y="-6"/>
      </p:cViewPr>
      <p:guideLst>
        <p:guide orient="horz" pos="3067"/>
        <p:guide orient="horz" pos="2976"/>
        <p:guide orient="horz" pos="3702"/>
        <p:guide pos="2880"/>
        <p:guide pos="657"/>
        <p:guide pos="5465"/>
        <p:guide pos="3742"/>
        <p:guide pos="47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3" y="1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/>
          <a:lstStyle>
            <a:lvl1pPr algn="r">
              <a:defRPr sz="1200"/>
            </a:lvl1pPr>
          </a:lstStyle>
          <a:p>
            <a:fld id="{9AD0D204-553E-4E5E-96B7-0E0F91D71272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50888"/>
            <a:ext cx="5006975" cy="3756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1" tIns="46215" rIns="92431" bIns="4621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4" y="4759451"/>
            <a:ext cx="5512444" cy="4507941"/>
          </a:xfrm>
          <a:prstGeom prst="rect">
            <a:avLst/>
          </a:prstGeom>
        </p:spPr>
        <p:txBody>
          <a:bodyPr vert="horz" lIns="92431" tIns="46215" rIns="92431" bIns="462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3" y="9515696"/>
            <a:ext cx="2986309" cy="501416"/>
          </a:xfrm>
          <a:prstGeom prst="rect">
            <a:avLst/>
          </a:prstGeom>
        </p:spPr>
        <p:txBody>
          <a:bodyPr vert="horz" lIns="92431" tIns="46215" rIns="92431" bIns="46215" rtlCol="0" anchor="b"/>
          <a:lstStyle>
            <a:lvl1pPr algn="r">
              <a:defRPr sz="1200"/>
            </a:lvl1pPr>
          </a:lstStyle>
          <a:p>
            <a:fld id="{9CCAF86B-D95B-4E36-936D-14DE2474CF2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323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584195"/>
          </a:xfrm>
        </p:spPr>
        <p:txBody>
          <a:bodyPr>
            <a:noAutofit/>
          </a:bodyPr>
          <a:lstStyle>
            <a:lvl1pPr>
              <a:defRPr sz="3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143504" y="3100382"/>
            <a:ext cx="3286148" cy="471494"/>
          </a:xfrm>
        </p:spPr>
        <p:txBody>
          <a:bodyPr>
            <a:normAutofit/>
          </a:bodyPr>
          <a:lstStyle>
            <a:lvl1pPr marL="0" indent="0" algn="r">
              <a:buNone/>
              <a:defRPr sz="25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날짜 입력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357158" y="3000372"/>
            <a:ext cx="8429684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789" y="614364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6643702" y="3714752"/>
            <a:ext cx="17956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aseline="0" dirty="0" smtClean="0">
                <a:latin typeface="HY견고딕" pitchFamily="18" charset="-127"/>
                <a:ea typeface="HY견고딕" pitchFamily="18" charset="-127"/>
              </a:rPr>
              <a:t>               </a:t>
            </a:r>
            <a:endParaRPr lang="ko-KR" altLang="en-US" sz="2500" dirty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2910" y="142852"/>
            <a:ext cx="7829576" cy="368280"/>
          </a:xfrm>
        </p:spPr>
        <p:txBody>
          <a:bodyPr>
            <a:normAutofit/>
          </a:bodyPr>
          <a:lstStyle>
            <a:lvl1pPr algn="l">
              <a:defRPr sz="2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C5B49D31-9737-40AC-A433-FB34C8ECC24D}" type="slidenum">
              <a:rPr kumimoji="1" lang="en-US" altLang="ko-KR" sz="1300" b="1">
                <a:solidFill>
                  <a:schemeClr val="tx1"/>
                </a:solidFill>
                <a:latin typeface="Arial Narrow" pitchFamily="34" charset="0"/>
                <a:ea typeface="바탕체" pitchFamily="17" charset="-127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kumimoji="1" lang="en-US" altLang="ko-KR" sz="1300" b="1" dirty="0">
              <a:solidFill>
                <a:schemeClr val="tx1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9" name="직선 화살표 연결선 8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000124" y="1214438"/>
            <a:ext cx="1857363" cy="428612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86127-27AD-4327-B038-3D74323B08E0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EED3-A7B5-4231-915C-A1D1536ED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823420"/>
              </p:ext>
            </p:extLst>
          </p:nvPr>
        </p:nvGraphicFramePr>
        <p:xfrm>
          <a:off x="539553" y="980729"/>
          <a:ext cx="8208910" cy="51688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9902"/>
                <a:gridCol w="2196827"/>
                <a:gridCol w="2052228"/>
                <a:gridCol w="2149953"/>
              </a:tblGrid>
              <a:tr h="383468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MFC </a:t>
                      </a:r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오 장착 대책 보고서</a:t>
                      </a:r>
                      <a:endParaRPr lang="ko-KR" altLang="en-US" sz="12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MICRON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Line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JP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543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Model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GAIA-I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S/N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baseline="0" dirty="0" smtClean="0">
                          <a:latin typeface="+mj-ea"/>
                        </a:rPr>
                        <a:t>GBW-4052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47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ko-KR" altLang="en-US" sz="900" b="0" baseline="0" dirty="0" smtClean="0">
                          <a:latin typeface="맑은 고딕" pitchFamily="50" charset="-127"/>
                          <a:ea typeface="맑은 고딕" pitchFamily="50" charset="-127"/>
                        </a:rPr>
                        <a:t>제작 완료일</a:t>
                      </a:r>
                      <a:endParaRPr lang="en-US" altLang="ko-KR" sz="900" b="0" baseline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2024-01-29</a:t>
                      </a:r>
                      <a:endParaRPr lang="ko-KR" altLang="en-US" sz="9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Issue </a:t>
                      </a:r>
                      <a:r>
                        <a:rPr lang="ko-KR" altLang="en-US" sz="9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발생일</a:t>
                      </a:r>
                      <a:endParaRPr lang="en-US" altLang="ko-KR" sz="900" b="0" dirty="0" smtClean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latin typeface="맑은 고딕" pitchFamily="50" charset="-127"/>
                          <a:ea typeface="맑은 고딕" pitchFamily="50" charset="-127"/>
                        </a:rPr>
                        <a:t>2024-02-05</a:t>
                      </a: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18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발생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현상</a:t>
                      </a:r>
                      <a:endParaRPr lang="ko-KR" altLang="en-US" sz="9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현상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1) 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CH4 MFC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오 장착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①정상용량  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75SLM, 0.3BAR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1)  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오 장착용량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50SLM, 0.3BAR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2) 2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수주자재 수령 후 유사 자재품번으로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Swap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비치하여 교차 장착 됨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①정상품번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  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1110299800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오 장착품번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1110298800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3)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적용범위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①수주번호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4368 , 4539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각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대 씩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2.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발생원인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1)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장착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MFC SPEC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 기입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①오 장착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MFC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도면확인 누락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②장착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MFC SPEC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그대로 기구 조립검사 성적서 작성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2)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제조 가압공정 검사방법 오류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①기구 조립검사 성적서의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기구사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작성내용과 현물만 비교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3) </a:t>
                      </a:r>
                      <a:r>
                        <a:rPr lang="ko-KR" altLang="en-US" sz="900" b="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외주사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자재담당자 유사 품번으로 식별 오류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①자재 담당자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BOM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및 도면 검토 오류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②자재 품번 오 인식 → 식별표시 오 기입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수주번호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MFC </a:t>
            </a:r>
            <a:r>
              <a:rPr lang="ko-KR" altLang="en-US" sz="2000" b="1" dirty="0">
                <a:latin typeface="+mj-ea"/>
                <a:ea typeface="+mj-ea"/>
              </a:rPr>
              <a:t>오 장착 대책 </a:t>
            </a:r>
            <a:r>
              <a:rPr lang="ko-KR" altLang="en-US" sz="2000" b="1" dirty="0" smtClean="0">
                <a:latin typeface="+mj-ea"/>
                <a:ea typeface="+mj-ea"/>
              </a:rPr>
              <a:t>보고서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7544" y="548680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>
                <a:latin typeface="+mj-ea"/>
                <a:ea typeface="+mj-ea"/>
              </a:rPr>
              <a:t>■ </a:t>
            </a:r>
            <a:r>
              <a:rPr lang="en-US" altLang="ko-KR" sz="1600" b="1" dirty="0" smtClean="0">
                <a:latin typeface="+mj-ea"/>
                <a:ea typeface="+mj-ea"/>
              </a:rPr>
              <a:t>Issue </a:t>
            </a:r>
            <a:r>
              <a:rPr lang="ko-KR" altLang="en-US" sz="1600" b="1" dirty="0" smtClean="0">
                <a:latin typeface="+mj-ea"/>
                <a:ea typeface="+mj-ea"/>
              </a:rPr>
              <a:t>현황</a:t>
            </a:r>
            <a:endParaRPr lang="ko-KR" altLang="en-US" sz="1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2195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875017"/>
              </p:ext>
            </p:extLst>
          </p:nvPr>
        </p:nvGraphicFramePr>
        <p:xfrm>
          <a:off x="539553" y="980728"/>
          <a:ext cx="8208910" cy="52565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9902"/>
                <a:gridCol w="6399008"/>
              </a:tblGrid>
              <a:tr h="3834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MFC </a:t>
                      </a:r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오 장착 대책 보고서</a:t>
                      </a:r>
                      <a:endParaRPr lang="ko-KR" altLang="en-US" sz="1200" b="0" dirty="0">
                        <a:latin typeface="HY견고딕" panose="02030600000101010101" pitchFamily="18" charset="-127"/>
                        <a:ea typeface="HY견고딕" panose="0203060000010101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ko-KR" altLang="en-US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31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대책방안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임시조치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1)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 장착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MFC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교체 진행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①제작장비 전수 조사하여 교체 진행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4.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근본대책 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  1)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가압공정 검사방법 개선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①고객사별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MFC Spec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기준표 작성하여 대조 검사예정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       -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기준서 작성 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(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限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2/23)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  2)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자재 담당자 검사방법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①前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도면 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, MFC BOM , 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현물 비교 후 기구조립 검사성적서 세부</a:t>
                      </a:r>
                      <a:r>
                        <a:rPr lang="en-US" altLang="ko-KR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Spec</a:t>
                      </a:r>
                      <a:r>
                        <a:rPr lang="ko-KR" altLang="en-US" sz="900" b="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</a:rPr>
                        <a:t>작성</a:t>
                      </a:r>
                      <a:endParaRPr lang="en-US" altLang="ko-KR" sz="900" b="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itchFamily="50" charset="-127"/>
                          <a:cs typeface="+mn-cs"/>
                        </a:rPr>
                        <a:t>      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itchFamily="50" charset="-127"/>
                          <a:cs typeface="+mn-cs"/>
                        </a:rPr>
                        <a:t>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itchFamily="50" charset="-127"/>
                          <a:cs typeface="+mn-cs"/>
                        </a:rPr>
                        <a:t>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itchFamily="50" charset="-127"/>
                          <a:cs typeface="+mn-cs"/>
                        </a:rPr>
                        <a:t>현행 유지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itchFamily="50" charset="-127"/>
                          <a:cs typeface="+mn-cs"/>
                        </a:rPr>
                        <a:t>  3)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itchFamily="50" charset="-127"/>
                          <a:cs typeface="+mn-cs"/>
                        </a:rPr>
                        <a:t>작업자 검사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 pitchFamily="50" charset="-127"/>
                          <a:cs typeface="+mn-cs"/>
                        </a:rPr>
                        <a:t>    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chemeClr val="bg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 1)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①前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: MFC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즉시 장착 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無 검사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      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後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: MFC Tank Docking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전 장착 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현물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 SPEC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확인 후 기구조립 검사성적서 기재사항 이상유무 확인</a:t>
                      </a: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      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→ 자재 담당자 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맑은 고딕" pitchFamily="50" charset="-127"/>
                          <a:cs typeface="+mn-cs"/>
                        </a:rPr>
                        <a:t>작업자 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 pitchFamily="50" charset="-127"/>
                          <a:cs typeface="+mn-cs"/>
                        </a:rPr>
                        <a:t>중 확인</a:t>
                      </a: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 dirty="0" smtClean="0">
                        <a:solidFill>
                          <a:schemeClr val="tx1"/>
                        </a:solidFill>
                        <a:latin typeface="+mj-lt"/>
                        <a:ea typeface="맑은 고딕" pitchFamily="50" charset="-127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67544" y="72008"/>
            <a:ext cx="7091681" cy="476672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latin typeface="+mj-ea"/>
                <a:ea typeface="+mj-ea"/>
              </a:rPr>
              <a:t>MFC </a:t>
            </a:r>
            <a:r>
              <a:rPr lang="ko-KR" altLang="en-US" sz="2000" b="1" dirty="0">
                <a:latin typeface="+mj-ea"/>
                <a:ea typeface="+mj-ea"/>
              </a:rPr>
              <a:t>오 장착 대책 </a:t>
            </a:r>
            <a:r>
              <a:rPr lang="ko-KR" altLang="en-US" sz="2000" b="1" dirty="0" smtClean="0">
                <a:latin typeface="+mj-ea"/>
                <a:ea typeface="+mj-ea"/>
              </a:rPr>
              <a:t>보고서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7544" y="548680"/>
            <a:ext cx="381642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+mj-ea"/>
              </a:rPr>
              <a:t>■ </a:t>
            </a:r>
            <a:r>
              <a:rPr lang="ko-KR" altLang="en-US" sz="1600" b="1" dirty="0" smtClean="0">
                <a:latin typeface="+mj-ea"/>
              </a:rPr>
              <a:t>대책방안</a:t>
            </a:r>
            <a:endParaRPr lang="en-US" altLang="ko-KR" sz="1600" b="1" dirty="0">
              <a:latin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483768" y="4460164"/>
            <a:ext cx="4176464" cy="1497304"/>
            <a:chOff x="2483768" y="3501008"/>
            <a:chExt cx="4176464" cy="164703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731"/>
            <a:stretch/>
          </p:blipFill>
          <p:spPr bwMode="auto">
            <a:xfrm>
              <a:off x="2555776" y="3569566"/>
              <a:ext cx="4043983" cy="15784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2483768" y="3501008"/>
              <a:ext cx="4176464" cy="10801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55776" y="5988947"/>
            <a:ext cx="4248472" cy="22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/>
              <a:t>기구조립 검사 성적서 양식 이미지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9807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권준식 서식파일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권준식 서식파일</Template>
  <TotalTime>17794</TotalTime>
  <Words>220</Words>
  <Application>Microsoft Office PowerPoint</Application>
  <PresentationFormat>화면 슬라이드 쇼(4:3)</PresentationFormat>
  <Paragraphs>64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권준식 서식파일</vt:lpstr>
      <vt:lpstr>MFC 오 장착 대책 보고서</vt:lpstr>
      <vt:lpstr>MFC 오 장착 대책 보고서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HP</dc:creator>
  <cp:lastModifiedBy>user</cp:lastModifiedBy>
  <cp:revision>713</cp:revision>
  <cp:lastPrinted>2024-02-14T04:09:26Z</cp:lastPrinted>
  <dcterms:created xsi:type="dcterms:W3CDTF">2018-02-19T10:05:14Z</dcterms:created>
  <dcterms:modified xsi:type="dcterms:W3CDTF">2024-11-16T05:18:17Z</dcterms:modified>
</cp:coreProperties>
</file>