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pptx" ContentType="application/vnd.openxmlformats-officedocument.presentationml.presentation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46" r:id="rId2"/>
    <p:sldId id="547" r:id="rId3"/>
    <p:sldId id="548" r:id="rId4"/>
  </p:sldIdLst>
  <p:sldSz cx="9144000" cy="6858000" type="screen4x3"/>
  <p:notesSz cx="6889750" cy="1002188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612">
          <p15:clr>
            <a:srgbClr val="A4A3A4"/>
          </p15:clr>
        </p15:guide>
        <p15:guide id="2" orient="horz" pos="4110">
          <p15:clr>
            <a:srgbClr val="A4A3A4"/>
          </p15:clr>
        </p15:guide>
        <p15:guide id="3" pos="4014">
          <p15:clr>
            <a:srgbClr val="A4A3A4"/>
          </p15:clr>
        </p15:guide>
        <p15:guide id="4" pos="521">
          <p15:clr>
            <a:srgbClr val="A4A3A4"/>
          </p15:clr>
        </p15:guide>
        <p15:guide id="5" pos="5556">
          <p15:clr>
            <a:srgbClr val="A4A3A4"/>
          </p15:clr>
        </p15:guide>
        <p15:guide id="6" pos="6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FF00"/>
    <a:srgbClr val="29E729"/>
    <a:srgbClr val="C3FCB6"/>
    <a:srgbClr val="A2FC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732" autoAdjust="0"/>
    <p:restoredTop sz="96065" autoAdjust="0"/>
  </p:normalViewPr>
  <p:slideViewPr>
    <p:cSldViewPr>
      <p:cViewPr varScale="1">
        <p:scale>
          <a:sx n="115" d="100"/>
          <a:sy n="115" d="100"/>
        </p:scale>
        <p:origin x="-1950" y="-24"/>
      </p:cViewPr>
      <p:guideLst>
        <p:guide orient="horz" pos="3612"/>
        <p:guide orient="horz" pos="4110"/>
        <p:guide pos="4014"/>
        <p:guide pos="521"/>
        <p:guide pos="5556"/>
        <p:guide pos="6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85558" cy="501095"/>
          </a:xfrm>
          <a:prstGeom prst="rect">
            <a:avLst/>
          </a:prstGeom>
        </p:spPr>
        <p:txBody>
          <a:bodyPr vert="horz" lIns="92464" tIns="46232" rIns="92464" bIns="46232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2599" y="0"/>
            <a:ext cx="2985558" cy="501095"/>
          </a:xfrm>
          <a:prstGeom prst="rect">
            <a:avLst/>
          </a:prstGeom>
        </p:spPr>
        <p:txBody>
          <a:bodyPr vert="horz" lIns="92464" tIns="46232" rIns="92464" bIns="46232" rtlCol="0"/>
          <a:lstStyle>
            <a:lvl1pPr algn="r">
              <a:defRPr sz="1200"/>
            </a:lvl1pPr>
          </a:lstStyle>
          <a:p>
            <a:fld id="{70E3B8F5-91ED-4C23-A733-333015E3DA39}" type="datetimeFigureOut">
              <a:rPr lang="ko-KR" altLang="en-US" smtClean="0"/>
              <a:pPr/>
              <a:t>2024-11-16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2475"/>
            <a:ext cx="5010150" cy="37576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64" tIns="46232" rIns="92464" bIns="46232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976" y="4760399"/>
            <a:ext cx="5511800" cy="4509849"/>
          </a:xfrm>
          <a:prstGeom prst="rect">
            <a:avLst/>
          </a:prstGeom>
        </p:spPr>
        <p:txBody>
          <a:bodyPr vert="horz" lIns="92464" tIns="46232" rIns="92464" bIns="46232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519055"/>
            <a:ext cx="2985558" cy="501095"/>
          </a:xfrm>
          <a:prstGeom prst="rect">
            <a:avLst/>
          </a:prstGeom>
        </p:spPr>
        <p:txBody>
          <a:bodyPr vert="horz" lIns="92464" tIns="46232" rIns="92464" bIns="46232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2599" y="9519055"/>
            <a:ext cx="2985558" cy="501095"/>
          </a:xfrm>
          <a:prstGeom prst="rect">
            <a:avLst/>
          </a:prstGeom>
        </p:spPr>
        <p:txBody>
          <a:bodyPr vert="horz" lIns="92464" tIns="46232" rIns="92464" bIns="46232" rtlCol="0" anchor="b"/>
          <a:lstStyle>
            <a:lvl1pPr algn="r">
              <a:defRPr sz="1200"/>
            </a:lvl1pPr>
          </a:lstStyle>
          <a:p>
            <a:fld id="{668E3C4F-52B6-4FFF-904F-A31E37F5E06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5632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E3C4F-52B6-4FFF-904F-A31E37F5E06E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1082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273301"/>
            <a:ext cx="7772400" cy="584195"/>
          </a:xfrm>
        </p:spPr>
        <p:txBody>
          <a:bodyPr>
            <a:noAutofit/>
          </a:bodyPr>
          <a:lstStyle>
            <a:lvl1pPr>
              <a:defRPr sz="350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5143504" y="3100382"/>
            <a:ext cx="3286148" cy="471494"/>
          </a:xfrm>
        </p:spPr>
        <p:txBody>
          <a:bodyPr>
            <a:normAutofit/>
          </a:bodyPr>
          <a:lstStyle>
            <a:lvl1pPr marL="0" indent="0" algn="r">
              <a:buNone/>
              <a:defRPr sz="25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날짜 입력</a:t>
            </a:r>
            <a:endParaRPr lang="ko-KR" altLang="en-US" dirty="0"/>
          </a:p>
        </p:txBody>
      </p:sp>
      <p:cxnSp>
        <p:nvCxnSpPr>
          <p:cNvPr id="7" name="직선 화살표 연결선 6"/>
          <p:cNvCxnSpPr/>
          <p:nvPr userDrawn="1"/>
        </p:nvCxnSpPr>
        <p:spPr>
          <a:xfrm>
            <a:off x="357158" y="3000372"/>
            <a:ext cx="8429684" cy="1588"/>
          </a:xfrm>
          <a:prstGeom prst="straightConnector1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01789" y="6143644"/>
            <a:ext cx="1511535" cy="504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42910" y="142852"/>
            <a:ext cx="7829576" cy="368280"/>
          </a:xfrm>
        </p:spPr>
        <p:txBody>
          <a:bodyPr>
            <a:normAutofit/>
          </a:bodyPr>
          <a:lstStyle>
            <a:lvl1pPr algn="l">
              <a:defRPr sz="250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cxnSp>
        <p:nvCxnSpPr>
          <p:cNvPr id="7" name="직선 화살표 연결선 6"/>
          <p:cNvCxnSpPr/>
          <p:nvPr userDrawn="1"/>
        </p:nvCxnSpPr>
        <p:spPr>
          <a:xfrm>
            <a:off x="500034" y="6286520"/>
            <a:ext cx="8215370" cy="1588"/>
          </a:xfrm>
          <a:prstGeom prst="straightConnector1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Box 52"/>
          <p:cNvSpPr txBox="1">
            <a:spLocks noChangeArrowheads="1"/>
          </p:cNvSpPr>
          <p:nvPr userDrawn="1"/>
        </p:nvSpPr>
        <p:spPr bwMode="auto">
          <a:xfrm>
            <a:off x="8572528" y="6286520"/>
            <a:ext cx="236538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36000" tIns="36000" rIns="36000" bIns="36000"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fld id="{C5B49D31-9737-40AC-A433-FB34C8ECC24D}" type="slidenum">
              <a:rPr kumimoji="1" lang="en-US" altLang="ko-KR" sz="1300" b="1">
                <a:solidFill>
                  <a:schemeClr val="tx1"/>
                </a:solidFill>
                <a:latin typeface="Arial Narrow" pitchFamily="34" charset="0"/>
                <a:ea typeface="바탕체" pitchFamily="17" charset="-127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t>‹#›</a:t>
            </a:fld>
            <a:endParaRPr kumimoji="1" lang="en-US" altLang="ko-KR" sz="1300" b="1" dirty="0">
              <a:solidFill>
                <a:schemeClr val="tx1"/>
              </a:solidFill>
              <a:latin typeface="Arial Narrow" pitchFamily="34" charset="0"/>
              <a:ea typeface="바탕체" pitchFamily="17" charset="-127"/>
            </a:endParaRPr>
          </a:p>
        </p:txBody>
      </p:sp>
      <p:cxnSp>
        <p:nvCxnSpPr>
          <p:cNvPr id="9" name="직선 화살표 연결선 8"/>
          <p:cNvCxnSpPr/>
          <p:nvPr userDrawn="1"/>
        </p:nvCxnSpPr>
        <p:spPr>
          <a:xfrm>
            <a:off x="516510" y="555004"/>
            <a:ext cx="8215370" cy="1588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2"/>
          <p:cNvSpPr>
            <a:spLocks noGrp="1"/>
          </p:cNvSpPr>
          <p:nvPr>
            <p:ph type="body" sz="quarter" idx="10"/>
          </p:nvPr>
        </p:nvSpPr>
        <p:spPr>
          <a:xfrm>
            <a:off x="1000124" y="1214438"/>
            <a:ext cx="1857363" cy="428612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화살표 연결선 1"/>
          <p:cNvCxnSpPr/>
          <p:nvPr userDrawn="1"/>
        </p:nvCxnSpPr>
        <p:spPr>
          <a:xfrm>
            <a:off x="500034" y="6286520"/>
            <a:ext cx="8215370" cy="1588"/>
          </a:xfrm>
          <a:prstGeom prst="straightConnector1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Box 52"/>
          <p:cNvSpPr txBox="1">
            <a:spLocks noChangeArrowheads="1"/>
          </p:cNvSpPr>
          <p:nvPr userDrawn="1"/>
        </p:nvSpPr>
        <p:spPr bwMode="auto">
          <a:xfrm>
            <a:off x="8572528" y="6286520"/>
            <a:ext cx="236538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36000" tIns="36000" rIns="36000" bIns="36000">
            <a:spAutoFit/>
          </a:bodyPr>
          <a:lstStyle/>
          <a:p>
            <a:pPr>
              <a:spcBef>
                <a:spcPct val="0"/>
              </a:spcBef>
              <a:defRPr/>
            </a:pPr>
            <a:fld id="{C5B49D31-9737-40AC-A433-FB34C8ECC24D}" type="slidenum">
              <a:rPr kumimoji="1" lang="en-US" altLang="ko-KR" sz="1300" b="1">
                <a:solidFill>
                  <a:prstClr val="black"/>
                </a:solidFill>
                <a:latin typeface="Arial Narrow" pitchFamily="34" charset="0"/>
                <a:ea typeface="바탕체" pitchFamily="17" charset="-127"/>
              </a:rPr>
              <a:pPr>
                <a:spcBef>
                  <a:spcPct val="0"/>
                </a:spcBef>
                <a:defRPr/>
              </a:pPr>
              <a:t>‹#›</a:t>
            </a:fld>
            <a:endParaRPr kumimoji="1" lang="en-US" altLang="ko-KR" sz="1300" b="1" dirty="0">
              <a:solidFill>
                <a:prstClr val="black"/>
              </a:solidFill>
              <a:latin typeface="Arial Narrow" pitchFamily="34" charset="0"/>
              <a:ea typeface="바탕체" pitchFamily="17" charset="-127"/>
            </a:endParaRPr>
          </a:p>
        </p:txBody>
      </p:sp>
      <p:cxnSp>
        <p:nvCxnSpPr>
          <p:cNvPr id="8" name="직선 화살표 연결선 7"/>
          <p:cNvCxnSpPr/>
          <p:nvPr userDrawn="1"/>
        </p:nvCxnSpPr>
        <p:spPr>
          <a:xfrm>
            <a:off x="516510" y="555004"/>
            <a:ext cx="8215370" cy="1588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29252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CF464C-0942-4244-8525-1C8A63BAC708}" type="datetime1">
              <a:rPr lang="ko-KR" altLang="en-US" smtClean="0"/>
              <a:pPr/>
              <a:t>2024-11-16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D3EED3-A7B5-4231-915C-A1D1536ED18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7.wmf"/><Relationship Id="rId4" Type="http://schemas.openxmlformats.org/officeDocument/2006/relationships/image" Target="../media/image8.png"/><Relationship Id="rId9" Type="http://schemas.openxmlformats.org/officeDocument/2006/relationships/package" Target="../embeddings/Microsoft_PowerPoint_______1.ppt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"/>
          <p:cNvSpPr txBox="1">
            <a:spLocks/>
          </p:cNvSpPr>
          <p:nvPr/>
        </p:nvSpPr>
        <p:spPr>
          <a:xfrm>
            <a:off x="486840" y="180400"/>
            <a:ext cx="7829576" cy="36828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000" b="1" dirty="0" smtClean="0">
                <a:latin typeface="맑은 고딕" pitchFamily="50" charset="-127"/>
              </a:rPr>
              <a:t>Micron F16 Flow Sensor </a:t>
            </a:r>
            <a:r>
              <a:rPr lang="ko-KR" altLang="en-US" sz="2000" b="1" dirty="0" err="1" smtClean="0">
                <a:latin typeface="맑은 고딕" pitchFamily="50" charset="-127"/>
              </a:rPr>
              <a:t>오사양</a:t>
            </a:r>
            <a:r>
              <a:rPr lang="ko-KR" altLang="en-US" sz="2000" b="1" dirty="0" smtClean="0">
                <a:latin typeface="맑은 고딕" pitchFamily="50" charset="-127"/>
              </a:rPr>
              <a:t> 장착</a:t>
            </a:r>
            <a:endParaRPr lang="ko-KR" altLang="en-US" sz="2000" b="1" dirty="0">
              <a:latin typeface="맑은 고딕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1560" y="692696"/>
            <a:ext cx="61926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sz="1200" smtClean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dirty="0" smtClean="0">
                <a:latin typeface="맑은 고딕" pitchFamily="50" charset="-127"/>
                <a:ea typeface="맑은 고딕" pitchFamily="50" charset="-127"/>
              </a:rPr>
              <a:t>현상</a:t>
            </a:r>
            <a:endParaRPr lang="ko-KR" altLang="en-US" sz="1200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066423"/>
              </p:ext>
            </p:extLst>
          </p:nvPr>
        </p:nvGraphicFramePr>
        <p:xfrm>
          <a:off x="827584" y="969695"/>
          <a:ext cx="6612984" cy="51848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3246"/>
                <a:gridCol w="1653246"/>
                <a:gridCol w="1653246"/>
                <a:gridCol w="1653246"/>
              </a:tblGrid>
              <a:tr h="337579">
                <a:tc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고객사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Micron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발생지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F16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579">
                <a:tc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Model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GAIA-I Dual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설비 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S/N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GBWS-4387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579">
                <a:tc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발생일</a:t>
                      </a:r>
                      <a:endParaRPr lang="en-US" altLang="ko-KR" sz="10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24-9-16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생산시점</a:t>
                      </a:r>
                      <a:endParaRPr lang="en-US" altLang="ko-KR" sz="10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24-4-4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251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Issue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현상</a:t>
                      </a:r>
                      <a:endParaRPr lang="ko-KR" altLang="en-US" sz="10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Left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Right Chamber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CW Line Flow Sensor </a:t>
                      </a: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오사양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장착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 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정상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: PF3W520(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사양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: 2~16LPM)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- 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현물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: PF3W504(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사양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: 0.5~4LPM)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579">
                <a:tc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임시조치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Program Setting 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변경</a:t>
                      </a:r>
                      <a:endParaRPr lang="en-US" altLang="ko-KR" sz="1000" b="0" baseline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92026">
                <a:tc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Image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6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12"/>
          <a:stretch/>
        </p:blipFill>
        <p:spPr bwMode="auto">
          <a:xfrm>
            <a:off x="2548048" y="3314262"/>
            <a:ext cx="2456000" cy="2779034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6" name="그림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847538" y="3542781"/>
            <a:ext cx="2779035" cy="232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2"/>
          <p:cNvSpPr txBox="1"/>
          <p:nvPr/>
        </p:nvSpPr>
        <p:spPr>
          <a:xfrm>
            <a:off x="5884434" y="3486501"/>
            <a:ext cx="8320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ko-KR" sz="1000" b="1" smtClean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PF3W520(</a:t>
            </a:r>
            <a:r>
              <a:rPr kumimoji="1" lang="ko-KR" altLang="en-US" sz="1000" b="1" dirty="0" smtClean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정상</a:t>
            </a:r>
            <a:r>
              <a:rPr kumimoji="1" lang="en-US" altLang="ko-KR" sz="1000" b="1" dirty="0" smtClean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endParaRPr lang="ko-KR" altLang="en-US" sz="1000" dirty="0"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Box 20"/>
          <p:cNvSpPr txBox="1"/>
          <p:nvPr/>
        </p:nvSpPr>
        <p:spPr>
          <a:xfrm>
            <a:off x="5900218" y="4725144"/>
            <a:ext cx="8320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ko-KR" sz="1000" b="1" dirty="0" smtClean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PF3W504</a:t>
            </a:r>
          </a:p>
          <a:p>
            <a:pPr algn="ctr"/>
            <a:r>
              <a:rPr kumimoji="1" lang="en-US" altLang="ko-KR" sz="1000" b="1" dirty="0" smtClean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kumimoji="1" lang="ko-KR" altLang="en-US" sz="1000" b="1" dirty="0" smtClean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현물</a:t>
            </a:r>
            <a:r>
              <a:rPr kumimoji="1" lang="en-US" altLang="ko-KR" sz="1000" b="1" dirty="0" smtClean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endParaRPr lang="ko-KR" altLang="en-US" sz="1000" dirty="0"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9170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"/>
          <p:cNvSpPr txBox="1">
            <a:spLocks/>
          </p:cNvSpPr>
          <p:nvPr/>
        </p:nvSpPr>
        <p:spPr>
          <a:xfrm>
            <a:off x="486840" y="180400"/>
            <a:ext cx="7829576" cy="36828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000" b="1" dirty="0" smtClean="0">
                <a:latin typeface="맑은 고딕" pitchFamily="50" charset="-127"/>
              </a:rPr>
              <a:t>Micron F16 Flow Sensor </a:t>
            </a:r>
            <a:r>
              <a:rPr lang="ko-KR" altLang="en-US" sz="2000" b="1" dirty="0" err="1" smtClean="0">
                <a:latin typeface="맑은 고딕" pitchFamily="50" charset="-127"/>
              </a:rPr>
              <a:t>오사양</a:t>
            </a:r>
            <a:r>
              <a:rPr lang="ko-KR" altLang="en-US" sz="2000" b="1" dirty="0" smtClean="0">
                <a:latin typeface="맑은 고딕" pitchFamily="50" charset="-127"/>
              </a:rPr>
              <a:t> 장착</a:t>
            </a:r>
            <a:endParaRPr lang="ko-KR" altLang="en-US" sz="2000" b="1" dirty="0">
              <a:latin typeface="맑은 고딕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1560" y="692696"/>
            <a:ext cx="61926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2. </a:t>
            </a:r>
            <a:r>
              <a:rPr lang="ko-KR" altLang="en-US" sz="1200" dirty="0" smtClean="0">
                <a:latin typeface="맑은 고딕" pitchFamily="50" charset="-127"/>
                <a:ea typeface="맑은 고딕" pitchFamily="50" charset="-127"/>
              </a:rPr>
              <a:t>원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인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779362"/>
              </p:ext>
            </p:extLst>
          </p:nvPr>
        </p:nvGraphicFramePr>
        <p:xfrm>
          <a:off x="827584" y="980728"/>
          <a:ext cx="7344816" cy="51125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4136"/>
                <a:gridCol w="6120680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구분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내용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1413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제조공정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ts val="1600"/>
                        </a:lnSpc>
                      </a:pP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1. 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부품관리 미흡</a:t>
                      </a:r>
                      <a:endParaRPr lang="en-US" altLang="ko-KR" sz="10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latinLnBrk="1">
                        <a:lnSpc>
                          <a:spcPts val="1600"/>
                        </a:lnSpc>
                      </a:pP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  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가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품목별 자재관리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오사양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 장착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),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 부품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사양 정상여부 검사 미흡</a:t>
                      </a:r>
                      <a:endParaRPr lang="en-US" altLang="ko-KR" sz="10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검사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ts val="1600"/>
                        </a:lnSpc>
                      </a:pP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1. Spec.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범위 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Reading, </a:t>
                      </a:r>
                      <a:r>
                        <a:rPr lang="ko-KR" altLang="en-US" sz="1000" baseline="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미검출</a:t>
                      </a:r>
                      <a:endParaRPr lang="en-US" altLang="ko-KR" sz="10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latinLnBrk="1">
                        <a:lnSpc>
                          <a:spcPts val="1600"/>
                        </a:lnSpc>
                      </a:pPr>
                      <a:endParaRPr lang="en-US" altLang="ko-KR" sz="10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latinLnBrk="1">
                        <a:lnSpc>
                          <a:spcPts val="1600"/>
                        </a:lnSpc>
                      </a:pPr>
                      <a:endParaRPr lang="en-US" altLang="ko-KR" sz="10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latinLnBrk="1">
                        <a:lnSpc>
                          <a:spcPts val="1600"/>
                        </a:lnSpc>
                      </a:pPr>
                      <a:endParaRPr lang="en-US" altLang="ko-KR" sz="10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latinLnBrk="1">
                        <a:lnSpc>
                          <a:spcPts val="1600"/>
                        </a:lnSpc>
                      </a:pPr>
                      <a:endParaRPr lang="en-US" altLang="ko-KR" sz="10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latinLnBrk="1">
                        <a:lnSpc>
                          <a:spcPts val="1600"/>
                        </a:lnSpc>
                      </a:pPr>
                      <a:endParaRPr lang="en-US" altLang="ko-KR" sz="10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latinLnBrk="1">
                        <a:lnSpc>
                          <a:spcPts val="1600"/>
                        </a:lnSpc>
                      </a:pPr>
                      <a:endParaRPr lang="en-US" altLang="ko-KR" sz="10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latinLnBrk="1">
                        <a:lnSpc>
                          <a:spcPts val="1600"/>
                        </a:lnSpc>
                      </a:pPr>
                      <a:endParaRPr lang="en-US" altLang="ko-KR" sz="10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latinLnBrk="1">
                        <a:lnSpc>
                          <a:spcPts val="1600"/>
                        </a:lnSpc>
                      </a:pPr>
                      <a:endParaRPr lang="en-US" altLang="ko-KR" sz="10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latinLnBrk="1">
                        <a:lnSpc>
                          <a:spcPts val="1600"/>
                        </a:lnSpc>
                      </a:pPr>
                      <a:endParaRPr lang="en-US" altLang="ko-KR" sz="10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latinLnBrk="1">
                        <a:lnSpc>
                          <a:spcPts val="1600"/>
                        </a:lnSpc>
                      </a:pPr>
                      <a:endParaRPr lang="en-US" altLang="ko-KR" sz="10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latinLnBrk="1">
                        <a:lnSpc>
                          <a:spcPts val="1600"/>
                        </a:lnSpc>
                      </a:pP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※ 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부품 사양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: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0.4~4LPM</a:t>
                      </a:r>
                    </a:p>
                    <a:p>
                      <a:pPr algn="l" latinLnBrk="1">
                        <a:lnSpc>
                          <a:spcPts val="1600"/>
                        </a:lnSpc>
                      </a:pP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   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표시 유량범위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: 0.35~5.5LPM</a:t>
                      </a:r>
                    </a:p>
                    <a:p>
                      <a:pPr algn="l" latinLnBrk="1">
                        <a:lnSpc>
                          <a:spcPts val="1600"/>
                        </a:lnSpc>
                      </a:pP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 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→ </a:t>
                      </a:r>
                      <a:r>
                        <a:rPr lang="ko-KR" altLang="en-US" sz="1000" baseline="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오사양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장착 시 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Spec. 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내 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Reading 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가능</a:t>
                      </a:r>
                      <a:endParaRPr lang="en-US" altLang="ko-KR" sz="10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latinLnBrk="1">
                        <a:lnSpc>
                          <a:spcPts val="1600"/>
                        </a:lnSpc>
                      </a:pPr>
                      <a:endParaRPr lang="en-US" altLang="ko-KR" sz="10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latinLnBrk="1">
                        <a:lnSpc>
                          <a:spcPts val="1600"/>
                        </a:lnSpc>
                      </a:pPr>
                      <a:endParaRPr lang="en-US" altLang="ko-KR" sz="10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latinLnBrk="1">
                        <a:lnSpc>
                          <a:spcPts val="1600"/>
                        </a:lnSpc>
                      </a:pP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pic>
        <p:nvPicPr>
          <p:cNvPr id="7" name="그림 6"/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2813846"/>
            <a:ext cx="2520280" cy="15841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직사각형 7"/>
          <p:cNvSpPr/>
          <p:nvPr/>
        </p:nvSpPr>
        <p:spPr>
          <a:xfrm>
            <a:off x="4115412" y="3173886"/>
            <a:ext cx="672612" cy="5930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/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48" y="2813846"/>
            <a:ext cx="2520280" cy="1584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직사각형 9"/>
          <p:cNvSpPr/>
          <p:nvPr/>
        </p:nvSpPr>
        <p:spPr>
          <a:xfrm>
            <a:off x="6988000" y="3389910"/>
            <a:ext cx="536328" cy="3770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420306" y="4398022"/>
            <a:ext cx="16678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&lt;Spec: 2.0~5.5LPM&gt;</a:t>
            </a:r>
            <a:endParaRPr lang="ko-KR" altLang="en-US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88024" y="4398022"/>
            <a:ext cx="16678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검사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: 5.1LPM&gt;</a:t>
            </a:r>
            <a:endParaRPr lang="ko-KR" altLang="en-US" sz="10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625" y="4727538"/>
            <a:ext cx="1936751" cy="129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98281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"/>
          <p:cNvSpPr txBox="1">
            <a:spLocks/>
          </p:cNvSpPr>
          <p:nvPr/>
        </p:nvSpPr>
        <p:spPr>
          <a:xfrm>
            <a:off x="486840" y="180400"/>
            <a:ext cx="7829576" cy="36828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000" b="1" dirty="0" smtClean="0">
                <a:latin typeface="맑은 고딕" pitchFamily="50" charset="-127"/>
              </a:rPr>
              <a:t>Micron F16 Flow Sensor </a:t>
            </a:r>
            <a:r>
              <a:rPr lang="ko-KR" altLang="en-US" sz="2000" b="1" dirty="0" err="1" smtClean="0">
                <a:latin typeface="맑은 고딕" pitchFamily="50" charset="-127"/>
              </a:rPr>
              <a:t>오사양</a:t>
            </a:r>
            <a:r>
              <a:rPr lang="ko-KR" altLang="en-US" sz="2000" b="1" dirty="0" smtClean="0">
                <a:latin typeface="맑은 고딕" pitchFamily="50" charset="-127"/>
              </a:rPr>
              <a:t> 장착</a:t>
            </a:r>
            <a:endParaRPr lang="ko-KR" altLang="en-US" sz="2000" b="1" dirty="0">
              <a:latin typeface="맑은 고딕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1560" y="692696"/>
            <a:ext cx="61926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3. </a:t>
            </a:r>
            <a:r>
              <a:rPr lang="ko-KR" altLang="en-US" sz="1200" dirty="0" smtClean="0">
                <a:latin typeface="맑은 고딕" pitchFamily="50" charset="-127"/>
                <a:ea typeface="맑은 고딕" pitchFamily="50" charset="-127"/>
              </a:rPr>
              <a:t>대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책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132859"/>
              </p:ext>
            </p:extLst>
          </p:nvPr>
        </p:nvGraphicFramePr>
        <p:xfrm>
          <a:off x="827584" y="980728"/>
          <a:ext cx="7344816" cy="51845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4136"/>
                <a:gridCol w="3456384"/>
                <a:gridCol w="2664296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구분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내용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8776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제조공정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ts val="1600"/>
                        </a:lnSpc>
                      </a:pP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1. 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부품관리</a:t>
                      </a:r>
                      <a:endParaRPr lang="en-US" altLang="ko-KR" sz="10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latinLnBrk="1">
                        <a:lnSpc>
                          <a:spcPts val="1600"/>
                        </a:lnSpc>
                      </a:pP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  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가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품목 별 관리</a:t>
                      </a:r>
                      <a:endParaRPr lang="en-US" altLang="ko-KR" sz="10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latinLnBrk="1">
                        <a:lnSpc>
                          <a:spcPts val="1600"/>
                        </a:lnSpc>
                      </a:pP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      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 → 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PJT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별 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Yellow Box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관리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(24. 4. 19)</a:t>
                      </a:r>
                    </a:p>
                    <a:p>
                      <a:pPr algn="l" latinLnBrk="1">
                        <a:lnSpc>
                          <a:spcPts val="1600"/>
                        </a:lnSpc>
                      </a:pPr>
                      <a:endParaRPr lang="en-US" altLang="ko-KR" sz="10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latinLnBrk="1">
                        <a:lnSpc>
                          <a:spcPts val="1600"/>
                        </a:lnSpc>
                      </a:pPr>
                      <a:endParaRPr lang="en-US" altLang="ko-KR" sz="10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latinLnBrk="1">
                        <a:lnSpc>
                          <a:spcPts val="1600"/>
                        </a:lnSpc>
                      </a:pP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2. </a:t>
                      </a:r>
                      <a:r>
                        <a:rPr lang="ko-KR" altLang="en-US" sz="1000" baseline="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외주사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자주검사</a:t>
                      </a:r>
                      <a:endParaRPr lang="en-US" altLang="ko-KR" sz="10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latinLnBrk="1">
                        <a:lnSpc>
                          <a:spcPts val="1600"/>
                        </a:lnSpc>
                      </a:pP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 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가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. Sensor Model 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기록관리 실시</a:t>
                      </a:r>
                      <a:endParaRPr lang="en-US" altLang="ko-KR" sz="10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latinLnBrk="1">
                        <a:lnSpc>
                          <a:spcPts val="1600"/>
                        </a:lnSpc>
                      </a:pPr>
                      <a:endParaRPr lang="en-US" altLang="ko-KR" sz="10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latinLnBrk="1">
                        <a:lnSpc>
                          <a:spcPts val="1600"/>
                        </a:lnSpc>
                      </a:pPr>
                      <a:endParaRPr lang="en-US" altLang="ko-KR" sz="10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latinLnBrk="1">
                        <a:lnSpc>
                          <a:spcPts val="1600"/>
                        </a:lnSpc>
                      </a:pPr>
                      <a:endParaRPr lang="en-US" altLang="ko-KR" sz="10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latinLnBrk="1">
                        <a:lnSpc>
                          <a:spcPts val="1600"/>
                        </a:lnSpc>
                      </a:pP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3. 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제조품질검사</a:t>
                      </a:r>
                      <a:endParaRPr lang="en-US" altLang="ko-KR" sz="10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latinLnBrk="1">
                        <a:lnSpc>
                          <a:spcPts val="1600"/>
                        </a:lnSpc>
                      </a:pP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 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가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lang="ko-KR" altLang="en-US" sz="1000" baseline="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고객사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별 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Flow Sensor 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기준표 비교 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Check</a:t>
                      </a:r>
                    </a:p>
                    <a:p>
                      <a:pPr algn="l" latinLnBrk="1">
                        <a:lnSpc>
                          <a:spcPts val="1600"/>
                        </a:lnSpc>
                      </a:pPr>
                      <a:endParaRPr lang="en-US" altLang="ko-KR" sz="10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latinLnBrk="1">
                        <a:lnSpc>
                          <a:spcPts val="1600"/>
                        </a:lnSpc>
                      </a:pPr>
                      <a:endParaRPr lang="en-US" altLang="ko-KR" sz="10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latinLnBrk="1">
                        <a:lnSpc>
                          <a:spcPts val="1600"/>
                        </a:lnSpc>
                      </a:pPr>
                      <a:endParaRPr lang="en-US" altLang="ko-KR" sz="10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latinLnBrk="1">
                        <a:lnSpc>
                          <a:spcPts val="1600"/>
                        </a:lnSpc>
                      </a:pP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4. Monitoring</a:t>
                      </a:r>
                    </a:p>
                    <a:p>
                      <a:pPr algn="l" latinLnBrk="1">
                        <a:lnSpc>
                          <a:spcPts val="1600"/>
                        </a:lnSpc>
                      </a:pP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 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가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. 1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회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주 대책방안 준수여부 점검</a:t>
                      </a:r>
                      <a:endParaRPr lang="en-US" altLang="ko-KR" sz="10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latinLnBrk="1">
                        <a:lnSpc>
                          <a:spcPts val="1600"/>
                        </a:lnSpc>
                      </a:pPr>
                      <a:endParaRPr lang="en-US" altLang="ko-KR" sz="10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9361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검사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1. </a:t>
                      </a:r>
                      <a:r>
                        <a:rPr lang="ko-KR" altLang="en-US" sz="1000" baseline="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고객사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별 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Flow Sensor 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기준표 비교 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Cross Check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2. 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검사 자동화 </a:t>
                      </a:r>
                      <a:r>
                        <a:rPr lang="ko-KR" altLang="en-US" sz="1000" baseline="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검출력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향상</a:t>
                      </a:r>
                      <a:endParaRPr lang="en-US" altLang="ko-KR" sz="10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 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가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lang="ko-KR" altLang="en-US" sz="1000" baseline="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고객사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별 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Spec. 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지정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검출 구현</a:t>
                      </a:r>
                      <a:endParaRPr lang="en-US" altLang="ko-KR" sz="10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1412776"/>
            <a:ext cx="2536701" cy="111474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2591580"/>
            <a:ext cx="2538000" cy="1116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3" y="3771640"/>
            <a:ext cx="2536700" cy="1116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8" name="Picture 2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4951701"/>
            <a:ext cx="2538000" cy="11586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graphicFrame>
        <p:nvGraphicFramePr>
          <p:cNvPr id="3" name="개체 2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631752"/>
              </p:ext>
            </p:extLst>
          </p:nvPr>
        </p:nvGraphicFramePr>
        <p:xfrm>
          <a:off x="4788024" y="4725144"/>
          <a:ext cx="716800" cy="6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프레젠테이션" showAsIcon="1" r:id="rId9" imgW="914400" imgH="771480" progId="PowerPoint.Show.12">
                  <p:embed/>
                </p:oleObj>
              </mc:Choice>
              <mc:Fallback>
                <p:oleObj name="프레젠테이션" showAsIcon="1" r:id="rId9" imgW="914400" imgH="771480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88024" y="4725144"/>
                        <a:ext cx="716800" cy="6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65135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권준식 서식파일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권준식 서식파일</Template>
  <TotalTime>112022</TotalTime>
  <Words>239</Words>
  <Application>Microsoft Office PowerPoint</Application>
  <PresentationFormat>화면 슬라이드 쇼(4:3)</PresentationFormat>
  <Paragraphs>79</Paragraphs>
  <Slides>3</Slides>
  <Notes>1</Notes>
  <HiddenSlides>0</HiddenSlides>
  <MMClips>0</MMClips>
  <ScaleCrop>false</ScaleCrop>
  <HeadingPairs>
    <vt:vector size="6" baseType="variant"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5" baseType="lpstr">
      <vt:lpstr>권준식 서식파일</vt:lpstr>
      <vt:lpstr>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하반기 경영전략</dc:title>
  <dc:creator>HP</dc:creator>
  <cp:lastModifiedBy>user</cp:lastModifiedBy>
  <cp:revision>4204</cp:revision>
  <cp:lastPrinted>2024-01-31T05:19:01Z</cp:lastPrinted>
  <dcterms:created xsi:type="dcterms:W3CDTF">2018-07-19T04:13:56Z</dcterms:created>
  <dcterms:modified xsi:type="dcterms:W3CDTF">2024-11-16T02:38:46Z</dcterms:modified>
</cp:coreProperties>
</file>