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374" r:id="rId2"/>
    <p:sldId id="375" r:id="rId3"/>
  </p:sldIdLst>
  <p:sldSz cx="9144000" cy="6858000" type="screen4x3"/>
  <p:notesSz cx="6889750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194BC8"/>
    <a:srgbClr val="0000CC"/>
    <a:srgbClr val="990000"/>
    <a:srgbClr val="FFCC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-1662" y="-12"/>
      </p:cViewPr>
      <p:guideLst>
        <p:guide orient="horz" pos="15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-3211" y="-91"/>
      </p:cViewPr>
      <p:guideLst>
        <p:guide orient="horz" pos="3155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676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2598" y="0"/>
            <a:ext cx="2985558" cy="502676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AF8B9EC-BE9D-4C7D-8266-2321A4142F8F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040"/>
            <a:ext cx="2985558" cy="50267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2598" y="9516040"/>
            <a:ext cx="2985558" cy="50267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C91A752-B474-4124-BF89-C2DDCA27F3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070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676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676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D0E10FD2-E00C-4F1A-84B9-F36709DB22C6}" type="datetimeFigureOut">
              <a:rPr lang="en-US" smtClean="0"/>
              <a:pPr/>
              <a:t>11/16/2024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850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1505"/>
            <a:ext cx="5511800" cy="3944869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6040"/>
            <a:ext cx="2985558" cy="50267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6040"/>
            <a:ext cx="2985558" cy="502675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0704D422-99CB-4AEB-8464-6E941B30F1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63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mailto:sales@gst-in.com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sales@gst-international.com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. Table of Contents - chiller">
    <p:bg>
      <p:bgPr>
        <a:blipFill dpi="0" rotWithShape="1">
          <a:blip r:embed="rId2" cstate="print">
            <a:lum/>
          </a:blip>
          <a:srcRect/>
          <a:stretch>
            <a:fillRect t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0" y="0"/>
            <a:ext cx="5029200" cy="82296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0" y="1188720"/>
            <a:ext cx="6035040" cy="5212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August 2017</a:t>
            </a:r>
            <a:endParaRPr 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Client . Purpose . Prepared by . Location</a:t>
            </a:r>
            <a:endParaRPr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A082-6251-4AD3-A4CE-A97922F14F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/>
          <p:cNvSpPr txBox="1">
            <a:spLocks/>
          </p:cNvSpPr>
          <p:nvPr userDrawn="1"/>
        </p:nvSpPr>
        <p:spPr>
          <a:xfrm>
            <a:off x="2560320" y="6598920"/>
            <a:ext cx="128016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>
                <a:solidFill>
                  <a:schemeClr val="tx1"/>
                </a:solidFill>
              </a:rPr>
              <a:t>November 2018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55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. Title Slide">
    <p:bg>
      <p:bgPr>
        <a:blipFill dpi="0" rotWithShape="1">
          <a:blip r:embed="rId2" cstate="print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7680" y="2743200"/>
            <a:ext cx="4572000" cy="1828800"/>
          </a:xfrm>
        </p:spPr>
        <p:txBody>
          <a:bodyPr tIns="91440" bIns="182880" anchor="b"/>
          <a:lstStyle>
            <a:lvl1pPr algn="r">
              <a:defRPr sz="3200">
                <a:solidFill>
                  <a:srgbClr val="194BC8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97680" y="4572000"/>
            <a:ext cx="4572000" cy="1371600"/>
          </a:xfrm>
        </p:spPr>
        <p:txBody>
          <a:bodyPr tIns="182880">
            <a:norm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7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. Table of Contents - abatem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0" y="0"/>
            <a:ext cx="5029200" cy="822960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0" y="1188720"/>
            <a:ext cx="6035040" cy="5212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August 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Client . Purpose . Prepared by . Location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A082-6251-4AD3-A4CE-A97922F14F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60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Title Only">
    <p:bg>
      <p:bgPr>
        <a:blipFill dpi="0" rotWithShape="1">
          <a:blip r:embed="rId2" cstate="print">
            <a:lum/>
          </a:blip>
          <a:srcRect/>
          <a:stretch>
            <a:fillRect t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November 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Client . Purpose . Prepared by . Location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7A082-6251-4AD3-A4CE-A97922F14F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lum/>
          </a:blip>
          <a:srcRect/>
          <a:stretch>
            <a:fillRect t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0" y="6400800"/>
            <a:ext cx="9144000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Global</a:t>
            </a:r>
            <a:r>
              <a:rPr lang="en-US" sz="1000" b="1" baseline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Standard Technology Co., Ltd. • </a:t>
            </a:r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#15-13, </a:t>
            </a:r>
            <a:r>
              <a:rPr 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Dongtansandan</a:t>
            </a:r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6-gil, Dongtan-</a:t>
            </a:r>
            <a:r>
              <a:rPr 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myeon</a:t>
            </a:r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Hwaseong-si</a:t>
            </a:r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10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Gyeonggi</a:t>
            </a:r>
            <a:r>
              <a:rPr lang="en-US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-do, 18487 Korea • +82.31.371.2200 • </a:t>
            </a:r>
            <a:r>
              <a:rPr lang="en-US" sz="10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hlinkClick r:id="rId3"/>
              </a:rPr>
              <a:t>sales@gst-in.com</a:t>
            </a:r>
            <a:endParaRPr lang="en-US" sz="1000" b="1" i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3429000" y="4947344"/>
            <a:ext cx="2286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Sales &amp; Service </a:t>
            </a:r>
          </a:p>
          <a:p>
            <a:pPr marL="119063" lvl="1" indent="0"/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America (Austin) +1.512.289.6246</a:t>
            </a:r>
          </a:p>
          <a:p>
            <a:pPr marL="119063" lvl="1" indent="0"/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China (Xian) +86.029.8882.3030</a:t>
            </a:r>
          </a:p>
          <a:p>
            <a:pPr marL="119063" lvl="1" indent="0"/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China (Wuxi) +86.510.8520.8557</a:t>
            </a:r>
          </a:p>
          <a:p>
            <a:pPr marL="119063" lvl="1" indent="0"/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Korea (</a:t>
            </a:r>
            <a:r>
              <a:rPr lang="en-US" sz="1000" b="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Hwaseong</a:t>
            </a:r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) +82.31.371.2230</a:t>
            </a:r>
          </a:p>
          <a:p>
            <a:pPr marL="119063" lvl="1" indent="0"/>
            <a:r>
              <a:rPr 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Taiwan (Hsinchu) +886.922.924.500</a:t>
            </a:r>
          </a:p>
          <a:p>
            <a:pPr marL="119063" lvl="1" indent="0"/>
            <a:r>
              <a:rPr lang="en-US" sz="1000" b="0" i="1" dirty="0" smtClean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sales@gst-international.com</a:t>
            </a:r>
            <a:endParaRPr lang="en-US" sz="1000" b="0" i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2286000" y="3749040"/>
            <a:ext cx="4572000" cy="9144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5400" b="1" dirty="0" smtClean="0">
                <a:gradFill>
                  <a:gsLst>
                    <a:gs pos="0">
                      <a:srgbClr val="0A55B2"/>
                    </a:gs>
                    <a:gs pos="100000">
                      <a:srgbClr val="0A55B2"/>
                    </a:gs>
                  </a:gsLst>
                  <a:lin ang="0" scaled="0"/>
                </a:gradFill>
                <a:latin typeface="+mn-lt"/>
                <a:cs typeface="Arial" panose="020B0604020202020204" pitchFamily="34" charset="0"/>
              </a:rPr>
              <a:t>Thank you !</a:t>
            </a:r>
            <a:endParaRPr lang="ko-KR" altLang="en-US" sz="5400" b="1" dirty="0">
              <a:gradFill>
                <a:gsLst>
                  <a:gs pos="0">
                    <a:srgbClr val="0A55B2"/>
                  </a:gs>
                  <a:gs pos="100000">
                    <a:srgbClr val="0A55B2"/>
                  </a:gs>
                </a:gsLst>
                <a:lin ang="0" scaled="0"/>
              </a:gra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82880" y="6358468"/>
            <a:ext cx="87782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82880" y="6400800"/>
            <a:ext cx="8778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5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0"/>
            <a:ext cx="6858000" cy="82296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1188720"/>
            <a:ext cx="8503920" cy="5212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60320" y="6583680"/>
            <a:ext cx="128016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August 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40480" y="6583680"/>
            <a:ext cx="384048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Client . Purpose . Prepared by . Location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0960" y="6583680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437A082-6251-4AD3-A4CE-A97922F14F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65760" y="6583678"/>
            <a:ext cx="2194560" cy="2743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000" b="1" dirty="0" smtClean="0">
                <a:solidFill>
                  <a:schemeClr val="bg1"/>
                </a:solidFill>
                <a:latin typeface="+mn-lt"/>
              </a:rPr>
              <a:t>CONFIDENTIAL / </a:t>
            </a:r>
            <a:r>
              <a:rPr lang="en-US" sz="1000" b="1" dirty="0" smtClean="0">
                <a:solidFill>
                  <a:schemeClr val="bg1"/>
                </a:solidFill>
                <a:latin typeface="+mn-lt"/>
                <a:ea typeface="맑은 고딕" panose="020B0503020000020004" pitchFamily="34" charset="-127"/>
              </a:rPr>
              <a:t>ⓒ GST</a:t>
            </a:r>
            <a:r>
              <a:rPr lang="en-US" sz="1000" b="1" baseline="0" dirty="0" smtClean="0">
                <a:solidFill>
                  <a:schemeClr val="bg1"/>
                </a:solidFill>
                <a:latin typeface="+mn-lt"/>
                <a:ea typeface="맑은 고딕" panose="020B0503020000020004" pitchFamily="34" charset="-127"/>
              </a:rPr>
              <a:t> 2017</a:t>
            </a:r>
            <a:endParaRPr lang="en-US" sz="10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905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1" r:id="rId2"/>
    <p:sldLayoutId id="2147483662" r:id="rId3"/>
    <p:sldLayoutId id="2147483677" r:id="rId4"/>
    <p:sldLayoutId id="2147483676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2000" b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800" b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600" b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600" b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600" b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7426" y="843812"/>
            <a:ext cx="6093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1. </a:t>
            </a:r>
            <a:r>
              <a:rPr lang="ko-KR" altLang="en-US" sz="1600" b="1" dirty="0" smtClean="0">
                <a:latin typeface="+mn-ea"/>
              </a:rPr>
              <a:t>불량내용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22960"/>
          </a:xfrm>
        </p:spPr>
        <p:txBody>
          <a:bodyPr/>
          <a:lstStyle/>
          <a:p>
            <a:r>
              <a:rPr lang="en-US" altLang="ko-KR" dirty="0" smtClean="0"/>
              <a:t>PXX</a:t>
            </a:r>
            <a:r>
              <a:rPr lang="ko-KR" altLang="en-US" dirty="0" smtClean="0"/>
              <a:t>향 장비 </a:t>
            </a:r>
            <a:r>
              <a:rPr lang="en-US" altLang="ko-KR" dirty="0" smtClean="0"/>
              <a:t>CDA </a:t>
            </a:r>
            <a:r>
              <a:rPr lang="en-US" altLang="ko-KR" dirty="0"/>
              <a:t>Line </a:t>
            </a:r>
            <a:r>
              <a:rPr lang="ko-KR" altLang="en-US" dirty="0" err="1"/>
              <a:t>오조립</a:t>
            </a:r>
            <a:r>
              <a:rPr lang="ko-KR" altLang="en-US" dirty="0"/>
              <a:t> </a:t>
            </a:r>
            <a:r>
              <a:rPr lang="ko-KR" altLang="en-US" dirty="0" smtClean="0"/>
              <a:t>부적합 </a:t>
            </a:r>
            <a:r>
              <a:rPr lang="ko-KR" altLang="en-US" dirty="0"/>
              <a:t>보고서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372" y="5305694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2</a:t>
            </a:r>
            <a:r>
              <a:rPr lang="en-US" altLang="ko-KR" sz="1600" b="1" dirty="0" smtClean="0">
                <a:latin typeface="+mn-ea"/>
              </a:rPr>
              <a:t>. </a:t>
            </a:r>
            <a:r>
              <a:rPr lang="ko-KR" altLang="en-US" sz="1600" b="1" dirty="0" smtClean="0">
                <a:latin typeface="+mn-ea"/>
              </a:rPr>
              <a:t>원인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6256" y="1126837"/>
            <a:ext cx="862018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1. </a:t>
            </a:r>
            <a:r>
              <a:rPr lang="ko-KR" altLang="en-US" sz="1000" dirty="0" smtClean="0">
                <a:latin typeface="+mn-ea"/>
              </a:rPr>
              <a:t>모델</a:t>
            </a:r>
            <a:r>
              <a:rPr lang="en-US" altLang="ko-KR" sz="1000" dirty="0" smtClean="0">
                <a:latin typeface="+mn-ea"/>
              </a:rPr>
              <a:t>: DRAGON DUAL 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2. S/N: DBW-3395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3. </a:t>
            </a:r>
            <a:r>
              <a:rPr lang="ko-KR" altLang="en-US" sz="1000" dirty="0" err="1" smtClean="0">
                <a:latin typeface="+mn-ea"/>
              </a:rPr>
              <a:t>고객사</a:t>
            </a:r>
            <a:r>
              <a:rPr lang="en-US" altLang="ko-KR" sz="1000" dirty="0" smtClean="0">
                <a:latin typeface="+mn-ea"/>
              </a:rPr>
              <a:t>: PXX 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4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발생일</a:t>
            </a:r>
            <a:r>
              <a:rPr lang="en-US" altLang="ko-KR" sz="1000" dirty="0" smtClean="0">
                <a:latin typeface="+mn-ea"/>
              </a:rPr>
              <a:t>: 24</a:t>
            </a:r>
            <a:r>
              <a:rPr lang="ko-KR" altLang="en-US" sz="1000" dirty="0" smtClean="0">
                <a:latin typeface="+mn-ea"/>
              </a:rPr>
              <a:t>년</a:t>
            </a:r>
            <a:r>
              <a:rPr lang="en-US" altLang="ko-KR" sz="1000" dirty="0" smtClean="0">
                <a:latin typeface="+mn-ea"/>
              </a:rPr>
              <a:t>07</a:t>
            </a:r>
            <a:r>
              <a:rPr lang="ko-KR" altLang="en-US" sz="1000" dirty="0" smtClean="0">
                <a:latin typeface="+mn-ea"/>
              </a:rPr>
              <a:t>월</a:t>
            </a:r>
            <a:r>
              <a:rPr lang="en-US" altLang="ko-KR" sz="1000" dirty="0" smtClean="0">
                <a:latin typeface="+mn-ea"/>
              </a:rPr>
              <a:t>22</a:t>
            </a:r>
            <a:r>
              <a:rPr lang="ko-KR" altLang="en-US" sz="1000" dirty="0" smtClean="0">
                <a:latin typeface="+mn-ea"/>
              </a:rPr>
              <a:t>일</a:t>
            </a:r>
            <a:endParaRPr lang="en-US" altLang="ko-KR" sz="1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5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발생 수</a:t>
            </a:r>
            <a:r>
              <a:rPr lang="en-US" altLang="ko-KR" sz="1000" dirty="0" smtClean="0">
                <a:latin typeface="+mn-ea"/>
              </a:rPr>
              <a:t>: 1</a:t>
            </a:r>
            <a:r>
              <a:rPr lang="ko-KR" altLang="en-US" sz="1000" dirty="0" smtClean="0">
                <a:latin typeface="+mn-ea"/>
              </a:rPr>
              <a:t>대</a:t>
            </a:r>
            <a:endParaRPr lang="en-US" altLang="ko-KR" sz="1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6. </a:t>
            </a:r>
            <a:r>
              <a:rPr lang="ko-KR" altLang="en-US" sz="1000" dirty="0" smtClean="0">
                <a:latin typeface="+mn-ea"/>
              </a:rPr>
              <a:t>발생업체</a:t>
            </a:r>
            <a:r>
              <a:rPr lang="en-US" altLang="ko-KR" sz="1000" dirty="0" smtClean="0">
                <a:latin typeface="+mn-ea"/>
              </a:rPr>
              <a:t>: FNI</a:t>
            </a: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7</a:t>
            </a:r>
            <a:r>
              <a:rPr lang="en-US" altLang="ko-KR" sz="1000" dirty="0" smtClean="0">
                <a:latin typeface="+mn-ea"/>
              </a:rPr>
              <a:t>. </a:t>
            </a:r>
            <a:r>
              <a:rPr lang="ko-KR" altLang="en-US" sz="1000" dirty="0" smtClean="0">
                <a:latin typeface="+mn-ea"/>
              </a:rPr>
              <a:t>불량내용</a:t>
            </a:r>
            <a:r>
              <a:rPr lang="en-US" altLang="ko-KR" sz="1000" dirty="0" smtClean="0">
                <a:latin typeface="+mn-ea"/>
              </a:rPr>
              <a:t>: Left CDA </a:t>
            </a:r>
            <a:r>
              <a:rPr lang="en-US" altLang="ko-KR" sz="1000" dirty="0">
                <a:latin typeface="+mn-ea"/>
              </a:rPr>
              <a:t>Burner </a:t>
            </a:r>
            <a:r>
              <a:rPr lang="en-US" altLang="ko-KR" sz="1000" dirty="0" smtClean="0">
                <a:latin typeface="+mn-ea"/>
              </a:rPr>
              <a:t>Main CDA </a:t>
            </a:r>
            <a:r>
              <a:rPr lang="ko-KR" altLang="en-US" sz="1000" dirty="0" smtClean="0">
                <a:latin typeface="+mn-ea"/>
              </a:rPr>
              <a:t>↔ </a:t>
            </a:r>
            <a:r>
              <a:rPr lang="en-US" altLang="ko-KR" sz="1000" dirty="0" smtClean="0">
                <a:latin typeface="+mn-ea"/>
              </a:rPr>
              <a:t>2nd </a:t>
            </a:r>
            <a:r>
              <a:rPr lang="en-US" altLang="ko-KR" sz="1000" dirty="0">
                <a:latin typeface="+mn-ea"/>
              </a:rPr>
              <a:t>CDA Flexible Tube </a:t>
            </a:r>
            <a:r>
              <a:rPr lang="ko-KR" altLang="en-US" sz="1000" dirty="0" smtClean="0">
                <a:latin typeface="+mn-ea"/>
              </a:rPr>
              <a:t>교차</a:t>
            </a:r>
            <a:r>
              <a:rPr lang="ko-KR" altLang="ko-KR" sz="1000" dirty="0" smtClean="0">
                <a:latin typeface="+mn-ea"/>
              </a:rPr>
              <a:t>조립</a:t>
            </a:r>
            <a:endParaRPr lang="ko-KR" altLang="ko-KR" sz="1000" dirty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3304" y="2927330"/>
            <a:ext cx="86201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ko-KR" altLang="en-US" sz="1000" dirty="0" smtClean="0"/>
              <a:t> ◎불량 이미지</a:t>
            </a:r>
            <a:endParaRPr lang="ko-KR" altLang="ko-KR" sz="1000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91" y="3250495"/>
            <a:ext cx="2165651" cy="29908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011" y="3250495"/>
            <a:ext cx="2581248" cy="299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17" name="직선 화살표 연결선 16"/>
          <p:cNvCxnSpPr/>
          <p:nvPr/>
        </p:nvCxnSpPr>
        <p:spPr>
          <a:xfrm flipH="1">
            <a:off x="4794422" y="3795414"/>
            <a:ext cx="115329" cy="1577546"/>
          </a:xfrm>
          <a:prstGeom prst="straightConnector1">
            <a:avLst/>
          </a:prstGeom>
          <a:ln w="285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1478690" y="3349349"/>
            <a:ext cx="514865" cy="1026832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>
            <a:endCxn id="7" idx="1"/>
          </p:cNvCxnSpPr>
          <p:nvPr/>
        </p:nvCxnSpPr>
        <p:spPr>
          <a:xfrm>
            <a:off x="1993555" y="3923100"/>
            <a:ext cx="837456" cy="82319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72666" y="3548279"/>
            <a:ext cx="1005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+mj-ea"/>
                <a:ea typeface="+mj-ea"/>
              </a:rPr>
              <a:t>Main CDA</a:t>
            </a:r>
            <a:endParaRPr lang="ko-KR" altLang="en-US" sz="1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77682" y="5409148"/>
            <a:ext cx="1005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FF0000"/>
                </a:solidFill>
                <a:latin typeface="+mj-ea"/>
                <a:ea typeface="+mj-ea"/>
              </a:rPr>
              <a:t>2an CDA</a:t>
            </a:r>
            <a:endParaRPr lang="ko-KR" altLang="en-US" sz="1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7682" y="4500074"/>
            <a:ext cx="1005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smtClean="0">
                <a:solidFill>
                  <a:srgbClr val="FF0000"/>
                </a:solidFill>
                <a:latin typeface="+mj-ea"/>
                <a:ea typeface="+mj-ea"/>
              </a:rPr>
              <a:t>교차연결</a:t>
            </a:r>
            <a:endParaRPr lang="ko-KR" altLang="en-US" sz="1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xdr="http://schemas.openxmlformats.org/drawingml/2006/spreadsheetDrawing" xmlns="" xmlns:a16="http://schemas.microsoft.com/office/drawing/2014/main" xmlns:lc="http://schemas.openxmlformats.org/drawingml/2006/lockedCanvas" id="{B44F7672-4349-43AE-828F-552885D49B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644" y="3250495"/>
            <a:ext cx="2341919" cy="312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0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340372" y="830659"/>
            <a:ext cx="6093373" cy="335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2</a:t>
            </a:r>
            <a:r>
              <a:rPr lang="en-US" altLang="ko-KR" sz="1600" b="1" dirty="0" smtClean="0">
                <a:latin typeface="+mn-ea"/>
              </a:rPr>
              <a:t>. </a:t>
            </a:r>
            <a:r>
              <a:rPr lang="ko-KR" altLang="en-US" sz="1600" b="1" dirty="0" smtClean="0">
                <a:latin typeface="+mn-ea"/>
              </a:rPr>
              <a:t>원인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3304" y="3523280"/>
            <a:ext cx="6093373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smtClean="0">
                <a:latin typeface="+mn-ea"/>
              </a:rPr>
              <a:t>대책방안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2771" y="994016"/>
            <a:ext cx="898074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 1. </a:t>
            </a:r>
            <a:r>
              <a:rPr lang="ko-KR" altLang="en-US" sz="1000" dirty="0" smtClean="0">
                <a:latin typeface="+mn-ea"/>
              </a:rPr>
              <a:t>동일 규격 </a:t>
            </a:r>
            <a:r>
              <a:rPr lang="en-US" altLang="ko-KR" sz="1000" dirty="0" smtClean="0">
                <a:latin typeface="+mn-ea"/>
              </a:rPr>
              <a:t>3/8” Main</a:t>
            </a:r>
            <a:r>
              <a:rPr lang="ko-KR" altLang="en-US" sz="1000" dirty="0" smtClean="0">
                <a:latin typeface="+mn-ea"/>
              </a:rPr>
              <a:t>과 </a:t>
            </a:r>
            <a:r>
              <a:rPr lang="en-US" altLang="ko-KR" sz="1000" dirty="0" smtClean="0">
                <a:latin typeface="+mn-ea"/>
              </a:rPr>
              <a:t>2nd </a:t>
            </a:r>
            <a:r>
              <a:rPr lang="ko-KR" altLang="en-US" sz="1000" dirty="0" err="1" smtClean="0">
                <a:latin typeface="+mn-ea"/>
              </a:rPr>
              <a:t>외주사</a:t>
            </a:r>
            <a:r>
              <a:rPr lang="ko-KR" altLang="en-US" sz="1000" dirty="0" smtClean="0">
                <a:latin typeface="+mn-ea"/>
              </a:rPr>
              <a:t> 임의작업</a:t>
            </a:r>
            <a:endParaRPr lang="en-US" altLang="ko-KR" sz="1000" dirty="0" smtClean="0">
              <a:latin typeface="+mn-ea"/>
            </a:endParaRP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1)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err="1" smtClean="0">
                <a:latin typeface="+mn-ea"/>
              </a:rPr>
              <a:t>눈관리</a:t>
            </a:r>
            <a:r>
              <a:rPr lang="ko-KR" altLang="en-US" sz="1000" dirty="0" smtClean="0">
                <a:latin typeface="+mn-ea"/>
              </a:rPr>
              <a:t> 스티커 작업 전 부착 불이행 </a:t>
            </a:r>
            <a:endParaRPr lang="en-US" altLang="ko-KR" sz="1000" dirty="0" smtClean="0">
              <a:latin typeface="+mn-ea"/>
            </a:endParaRP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  </a:t>
            </a:r>
            <a:r>
              <a:rPr lang="ko-KR" altLang="en-US" sz="1000" dirty="0" smtClean="0">
                <a:latin typeface="+mn-ea"/>
              </a:rPr>
              <a:t>① 스티커 부착한 </a:t>
            </a:r>
            <a:r>
              <a:rPr lang="en-US" altLang="ko-KR" sz="1000" dirty="0" smtClean="0">
                <a:latin typeface="+mn-ea"/>
              </a:rPr>
              <a:t>Flexible Tube Main</a:t>
            </a:r>
            <a:r>
              <a:rPr lang="ko-KR" altLang="en-US" sz="1000" dirty="0" smtClean="0">
                <a:latin typeface="+mn-ea"/>
              </a:rPr>
              <a:t>고정 후 </a:t>
            </a:r>
            <a:r>
              <a:rPr lang="en-US" altLang="ko-KR" sz="1000" dirty="0" smtClean="0">
                <a:latin typeface="+mn-ea"/>
              </a:rPr>
              <a:t>Burner</a:t>
            </a:r>
            <a:r>
              <a:rPr lang="ko-KR" altLang="en-US" sz="1000" dirty="0" smtClean="0">
                <a:latin typeface="+mn-ea"/>
              </a:rPr>
              <a:t>고정 시 스티커 식별이 어려워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뒤로 돌아감</a:t>
            </a:r>
            <a:r>
              <a:rPr lang="en-US" altLang="ko-KR" sz="1000" dirty="0" smtClean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작업자 임의 판단으로 </a:t>
            </a:r>
            <a:r>
              <a:rPr lang="en-US" altLang="ko-KR" sz="1000" dirty="0" smtClean="0">
                <a:latin typeface="+mn-ea"/>
              </a:rPr>
              <a:t>Assemble</a:t>
            </a:r>
            <a:r>
              <a:rPr lang="ko-KR" altLang="en-US" sz="1000" dirty="0" smtClean="0">
                <a:latin typeface="+mn-ea"/>
              </a:rPr>
              <a:t> 후 스티커 부착</a:t>
            </a:r>
            <a:endParaRPr lang="en-US" altLang="ko-KR" sz="1000" dirty="0" smtClean="0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6894" y="3695884"/>
            <a:ext cx="8620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 1. Flexible Tube </a:t>
            </a:r>
            <a:r>
              <a:rPr lang="ko-KR" altLang="en-US" sz="1000" dirty="0" smtClean="0">
                <a:latin typeface="+mn-ea"/>
              </a:rPr>
              <a:t>식별 </a:t>
            </a:r>
            <a:r>
              <a:rPr lang="ko-KR" altLang="en-US" sz="1000" dirty="0" err="1" smtClean="0">
                <a:latin typeface="+mn-ea"/>
              </a:rPr>
              <a:t>눈관리</a:t>
            </a:r>
            <a:r>
              <a:rPr lang="ko-KR" altLang="en-US" sz="1000" dirty="0" smtClean="0">
                <a:latin typeface="+mn-ea"/>
              </a:rPr>
              <a:t> 스티커 개선</a:t>
            </a:r>
            <a:endParaRPr lang="en-US" altLang="ko-KR" sz="1000" dirty="0" smtClean="0">
              <a:latin typeface="+mn-ea"/>
            </a:endParaRP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1)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en-US" sz="1000" dirty="0" err="1" smtClean="0">
                <a:latin typeface="+mn-ea"/>
              </a:rPr>
              <a:t>외주사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Flexible </a:t>
            </a:r>
            <a:r>
              <a:rPr lang="en-US" altLang="ko-KR" sz="1000" dirty="0">
                <a:latin typeface="+mn-ea"/>
              </a:rPr>
              <a:t>Tube </a:t>
            </a:r>
            <a:r>
              <a:rPr lang="ko-KR" altLang="en-US" sz="1000" dirty="0" err="1" smtClean="0">
                <a:latin typeface="+mn-ea"/>
              </a:rPr>
              <a:t>눈관리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smtClean="0">
                <a:latin typeface="+mn-ea"/>
              </a:rPr>
              <a:t>스티커</a:t>
            </a:r>
            <a:r>
              <a:rPr lang="en-US" altLang="ko-KR" sz="1000" dirty="0" smtClean="0">
                <a:latin typeface="+mn-ea"/>
              </a:rPr>
              <a:t>( Main </a:t>
            </a:r>
            <a:r>
              <a:rPr lang="ko-KR" altLang="en-US" sz="1000" dirty="0" smtClean="0">
                <a:latin typeface="+mn-ea"/>
              </a:rPr>
              <a:t>→ </a:t>
            </a:r>
            <a:r>
              <a:rPr lang="en-US" altLang="ko-KR" sz="1000" dirty="0" smtClean="0">
                <a:latin typeface="+mn-ea"/>
              </a:rPr>
              <a:t>“Main CDA” / 2nd</a:t>
            </a:r>
            <a:r>
              <a:rPr lang="ko-KR" altLang="en-US" sz="1000" dirty="0" smtClean="0">
                <a:latin typeface="+mn-ea"/>
              </a:rPr>
              <a:t>→ </a:t>
            </a:r>
            <a:r>
              <a:rPr lang="en-US" altLang="ko-KR" sz="1000" dirty="0" smtClean="0">
                <a:latin typeface="+mn-ea"/>
              </a:rPr>
              <a:t>“2</a:t>
            </a:r>
            <a:r>
              <a:rPr lang="en-US" altLang="ko-KR" sz="1000" baseline="30000" dirty="0" smtClean="0">
                <a:latin typeface="+mn-ea"/>
              </a:rPr>
              <a:t>nd</a:t>
            </a:r>
            <a:r>
              <a:rPr lang="en-US" altLang="ko-KR" sz="1000" dirty="0" smtClean="0">
                <a:latin typeface="+mn-ea"/>
              </a:rPr>
              <a:t> CDA ” ) </a:t>
            </a:r>
            <a:r>
              <a:rPr lang="ko-KR" altLang="en-US" sz="1000" dirty="0" smtClean="0">
                <a:latin typeface="+mn-ea"/>
              </a:rPr>
              <a:t>크기를 확장 </a:t>
            </a:r>
            <a:r>
              <a:rPr lang="ko-KR" altLang="en-US" sz="1000" dirty="0" err="1" smtClean="0">
                <a:latin typeface="+mn-ea"/>
              </a:rPr>
              <a:t>크게하여</a:t>
            </a:r>
            <a:r>
              <a:rPr lang="ko-KR" altLang="en-US" sz="1000" dirty="0" smtClean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360</a:t>
            </a:r>
            <a:r>
              <a:rPr lang="ko-KR" altLang="en-US" sz="1000" dirty="0" smtClean="0">
                <a:latin typeface="+mn-ea"/>
              </a:rPr>
              <a:t>˚ </a:t>
            </a:r>
            <a:r>
              <a:rPr lang="ko-KR" altLang="en-US" sz="1000" dirty="0" err="1" smtClean="0">
                <a:latin typeface="+mn-ea"/>
              </a:rPr>
              <a:t>식별가능하게</a:t>
            </a:r>
            <a:r>
              <a:rPr lang="ko-KR" altLang="en-US" sz="1000" dirty="0" smtClean="0">
                <a:latin typeface="+mn-ea"/>
              </a:rPr>
              <a:t> 개선</a:t>
            </a:r>
            <a:endParaRPr lang="en-US" altLang="ko-KR" sz="1000" dirty="0" smtClean="0">
              <a:latin typeface="+mn-ea"/>
            </a:endParaRP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822960"/>
          </a:xfrm>
        </p:spPr>
        <p:txBody>
          <a:bodyPr/>
          <a:lstStyle/>
          <a:p>
            <a:r>
              <a:rPr lang="en-US" altLang="ko-KR" dirty="0" smtClean="0"/>
              <a:t>PXX</a:t>
            </a:r>
            <a:r>
              <a:rPr lang="ko-KR" altLang="en-US" dirty="0" smtClean="0"/>
              <a:t>향 장비 </a:t>
            </a:r>
            <a:r>
              <a:rPr lang="en-US" altLang="ko-KR" dirty="0" smtClean="0"/>
              <a:t>CDA </a:t>
            </a:r>
            <a:r>
              <a:rPr lang="en-US" altLang="ko-KR" dirty="0"/>
              <a:t>Line </a:t>
            </a:r>
            <a:r>
              <a:rPr lang="ko-KR" altLang="en-US" dirty="0" err="1"/>
              <a:t>오조립</a:t>
            </a:r>
            <a:r>
              <a:rPr lang="ko-KR" altLang="en-US" dirty="0"/>
              <a:t> </a:t>
            </a:r>
            <a:r>
              <a:rPr lang="ko-KR" altLang="en-US" dirty="0" smtClean="0"/>
              <a:t>부적합 </a:t>
            </a:r>
            <a:r>
              <a:rPr lang="ko-KR" altLang="en-US" dirty="0"/>
              <a:t>보고서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43" y="1787084"/>
            <a:ext cx="2248197" cy="161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77" y="4246020"/>
            <a:ext cx="2244194" cy="16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492772" y="5765299"/>
            <a:ext cx="8620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US" altLang="ko-KR" sz="1000" dirty="0" smtClean="0">
                <a:latin typeface="+mn-ea"/>
              </a:rPr>
              <a:t> 2. </a:t>
            </a:r>
            <a:r>
              <a:rPr lang="ko-KR" altLang="en-US" sz="1000" dirty="0" smtClean="0">
                <a:latin typeface="+mn-ea"/>
              </a:rPr>
              <a:t>작업방법 재 교육</a:t>
            </a:r>
            <a:endParaRPr lang="en-US" altLang="ko-KR" sz="1000" dirty="0" smtClean="0">
              <a:latin typeface="+mn-ea"/>
            </a:endParaRP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1</a:t>
            </a:r>
            <a:r>
              <a:rPr lang="en-US" altLang="ko-KR" sz="1000" dirty="0">
                <a:latin typeface="+mn-ea"/>
              </a:rPr>
              <a:t>) </a:t>
            </a:r>
            <a:r>
              <a:rPr lang="en-US" altLang="ko-KR" sz="1000" dirty="0" smtClean="0">
                <a:latin typeface="+mn-ea"/>
              </a:rPr>
              <a:t>Assemble </a:t>
            </a:r>
            <a:r>
              <a:rPr lang="ko-KR" altLang="en-US" sz="1000" dirty="0" smtClean="0">
                <a:latin typeface="+mn-ea"/>
              </a:rPr>
              <a:t>전 </a:t>
            </a:r>
            <a:r>
              <a:rPr lang="en-US" altLang="ko-KR" sz="1000" dirty="0">
                <a:latin typeface="+mn-ea"/>
              </a:rPr>
              <a:t>Flexible Tube </a:t>
            </a:r>
            <a:r>
              <a:rPr lang="ko-KR" altLang="en-US" sz="1000" dirty="0" err="1" smtClean="0">
                <a:latin typeface="+mn-ea"/>
              </a:rPr>
              <a:t>단품에</a:t>
            </a:r>
            <a:r>
              <a:rPr lang="ko-KR" altLang="en-US" sz="1000" dirty="0" smtClean="0">
                <a:latin typeface="+mn-ea"/>
              </a:rPr>
              <a:t> 식별스티커 부착 지시 </a:t>
            </a:r>
            <a:r>
              <a:rPr lang="en-US" altLang="ko-KR" sz="1000" dirty="0" smtClean="0">
                <a:latin typeface="+mn-ea"/>
              </a:rPr>
              <a:t>(7/23)</a:t>
            </a: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 2) </a:t>
            </a:r>
            <a:r>
              <a:rPr lang="ko-KR" altLang="en-US" sz="1000" dirty="0" smtClean="0">
                <a:latin typeface="+mn-ea"/>
              </a:rPr>
              <a:t>개선 스티커 적용공지 </a:t>
            </a:r>
            <a:r>
              <a:rPr lang="en-US" altLang="ko-KR" sz="1000" dirty="0" smtClean="0">
                <a:latin typeface="+mn-ea"/>
              </a:rPr>
              <a:t>(8/7) </a:t>
            </a:r>
            <a:r>
              <a:rPr lang="ko-KR" altLang="en-US" sz="1000" dirty="0" smtClean="0">
                <a:latin typeface="+mn-ea"/>
              </a:rPr>
              <a:t>현재는 프린트 스티커 적용 </a:t>
            </a:r>
            <a:r>
              <a:rPr lang="en-US" altLang="ko-KR" sz="1000" dirty="0" smtClean="0">
                <a:latin typeface="+mn-ea"/>
              </a:rPr>
              <a:t>(</a:t>
            </a:r>
            <a:r>
              <a:rPr lang="ko-KR" altLang="en-US" sz="1000" dirty="0" smtClean="0">
                <a:latin typeface="+mn-ea"/>
              </a:rPr>
              <a:t>즉시</a:t>
            </a:r>
            <a:r>
              <a:rPr lang="en-US" altLang="ko-KR" sz="1000" dirty="0" smtClean="0">
                <a:latin typeface="+mn-ea"/>
              </a:rPr>
              <a:t>) </a:t>
            </a:r>
            <a:r>
              <a:rPr lang="ko-KR" altLang="en-US" sz="1000" dirty="0" smtClean="0">
                <a:latin typeface="+mn-ea"/>
              </a:rPr>
              <a:t>신규 스티커 제작 </a:t>
            </a:r>
            <a:r>
              <a:rPr lang="en-US" altLang="ko-KR" sz="1000" dirty="0" smtClean="0">
                <a:latin typeface="+mn-ea"/>
              </a:rPr>
              <a:t>(8/23)</a:t>
            </a:r>
          </a:p>
          <a:p>
            <a:pPr fontAlgn="ctr"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 </a:t>
            </a:r>
            <a:r>
              <a:rPr lang="en-US" altLang="ko-KR" sz="1000" dirty="0" smtClean="0">
                <a:latin typeface="+mn-ea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232" y="4572241"/>
            <a:ext cx="4397590" cy="9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95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25400">
          <a:solidFill>
            <a:srgbClr val="FF0000"/>
          </a:solidFill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24294</TotalTime>
  <Words>219</Words>
  <Application>Microsoft Office PowerPoint</Application>
  <PresentationFormat>화면 슬라이드 쇼(4:3)</PresentationFormat>
  <Paragraphs>26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Theme</vt:lpstr>
      <vt:lpstr>PXX향 장비 CDA Line 오조립 부적합 보고서</vt:lpstr>
      <vt:lpstr>PXX향 장비 CDA Line 오조립 부적합 보고서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 Jung</dc:creator>
  <cp:lastModifiedBy>user</cp:lastModifiedBy>
  <cp:revision>775</cp:revision>
  <cp:lastPrinted>2024-04-17T00:34:31Z</cp:lastPrinted>
  <dcterms:created xsi:type="dcterms:W3CDTF">2017-08-27T04:40:28Z</dcterms:created>
  <dcterms:modified xsi:type="dcterms:W3CDTF">2024-11-16T02:52:43Z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C:\Users\user\AppData\Local\Microsoft\Windows\Temporary Internet Files\Content.IE5\5J8RJK04\+EHD-1008 사양서.pptx</vt:lpwstr>
  </property>
</Properties>
</file>