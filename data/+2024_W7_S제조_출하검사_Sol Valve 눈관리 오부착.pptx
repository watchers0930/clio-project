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09" r:id="rId2"/>
  </p:sldIdLst>
  <p:sldSz cx="9144000" cy="6858000" type="screen4x3"/>
  <p:notesSz cx="6889750" cy="100218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12" autoAdjust="0"/>
    <p:restoredTop sz="89884" autoAdjust="0"/>
  </p:normalViewPr>
  <p:slideViewPr>
    <p:cSldViewPr>
      <p:cViewPr varScale="1">
        <p:scale>
          <a:sx n="118" d="100"/>
          <a:sy n="118" d="100"/>
        </p:scale>
        <p:origin x="-1482" y="-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309" cy="501576"/>
          </a:xfrm>
          <a:prstGeom prst="rect">
            <a:avLst/>
          </a:prstGeom>
        </p:spPr>
        <p:txBody>
          <a:bodyPr vert="horz" lIns="92455" tIns="46227" rIns="92455" bIns="46227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832" y="0"/>
            <a:ext cx="2986309" cy="501576"/>
          </a:xfrm>
          <a:prstGeom prst="rect">
            <a:avLst/>
          </a:prstGeom>
        </p:spPr>
        <p:txBody>
          <a:bodyPr vert="horz" lIns="92455" tIns="46227" rIns="92455" bIns="46227" rtlCol="0"/>
          <a:lstStyle>
            <a:lvl1pPr algn="r">
              <a:defRPr sz="1200"/>
            </a:lvl1pPr>
          </a:lstStyle>
          <a:p>
            <a:fld id="{9AD0D204-553E-4E5E-96B7-0E0F91D71272}" type="datetimeFigureOut">
              <a:rPr lang="ko-KR" altLang="en-US" smtClean="0"/>
              <a:pPr/>
              <a:t>2024-11-16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8213" y="750888"/>
            <a:ext cx="5013325" cy="3759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55" tIns="46227" rIns="92455" bIns="46227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654" y="4760959"/>
            <a:ext cx="5512444" cy="4509369"/>
          </a:xfrm>
          <a:prstGeom prst="rect">
            <a:avLst/>
          </a:prstGeom>
        </p:spPr>
        <p:txBody>
          <a:bodyPr vert="horz" lIns="92455" tIns="46227" rIns="92455" bIns="46227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8710"/>
            <a:ext cx="2986309" cy="501576"/>
          </a:xfrm>
          <a:prstGeom prst="rect">
            <a:avLst/>
          </a:prstGeom>
        </p:spPr>
        <p:txBody>
          <a:bodyPr vert="horz" lIns="92455" tIns="46227" rIns="92455" bIns="46227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832" y="9518710"/>
            <a:ext cx="2986309" cy="501576"/>
          </a:xfrm>
          <a:prstGeom prst="rect">
            <a:avLst/>
          </a:prstGeom>
        </p:spPr>
        <p:txBody>
          <a:bodyPr vert="horz" lIns="92455" tIns="46227" rIns="92455" bIns="46227" rtlCol="0" anchor="b"/>
          <a:lstStyle>
            <a:lvl1pPr algn="r">
              <a:defRPr sz="1200"/>
            </a:lvl1pPr>
          </a:lstStyle>
          <a:p>
            <a:fld id="{9CCAF86B-D95B-4E36-936D-14DE2474CF2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7860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CAF86B-D95B-4E36-936D-14DE2474CF2A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273301"/>
            <a:ext cx="7772400" cy="584195"/>
          </a:xfrm>
        </p:spPr>
        <p:txBody>
          <a:bodyPr>
            <a:noAutofit/>
          </a:bodyPr>
          <a:lstStyle>
            <a:lvl1pPr>
              <a:defRPr sz="35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5143504" y="3100382"/>
            <a:ext cx="3286148" cy="471494"/>
          </a:xfrm>
        </p:spPr>
        <p:txBody>
          <a:bodyPr>
            <a:normAutofit/>
          </a:bodyPr>
          <a:lstStyle>
            <a:lvl1pPr marL="0" indent="0" algn="r">
              <a:buNone/>
              <a:defRPr sz="250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날짜 입력</a:t>
            </a:r>
            <a:endParaRPr lang="ko-KR" altLang="en-US" dirty="0"/>
          </a:p>
        </p:txBody>
      </p:sp>
      <p:cxnSp>
        <p:nvCxnSpPr>
          <p:cNvPr id="7" name="직선 화살표 연결선 6"/>
          <p:cNvCxnSpPr/>
          <p:nvPr userDrawn="1"/>
        </p:nvCxnSpPr>
        <p:spPr>
          <a:xfrm>
            <a:off x="357158" y="3000372"/>
            <a:ext cx="8429684" cy="1588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10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01789" y="6143644"/>
            <a:ext cx="1511535" cy="504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 userDrawn="1"/>
        </p:nvSpPr>
        <p:spPr>
          <a:xfrm>
            <a:off x="6643702" y="3714752"/>
            <a:ext cx="179568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aseline="0" dirty="0" smtClean="0">
                <a:latin typeface="HY견고딕" pitchFamily="18" charset="-127"/>
                <a:ea typeface="HY견고딕" pitchFamily="18" charset="-127"/>
              </a:rPr>
              <a:t>               </a:t>
            </a:r>
            <a:endParaRPr lang="ko-KR" altLang="en-US" sz="2500" dirty="0">
              <a:latin typeface="HY견고딕" pitchFamily="18" charset="-127"/>
              <a:ea typeface="HY견고딕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2910" y="142852"/>
            <a:ext cx="7829576" cy="368280"/>
          </a:xfrm>
        </p:spPr>
        <p:txBody>
          <a:bodyPr>
            <a:normAutofit/>
          </a:bodyPr>
          <a:lstStyle>
            <a:lvl1pPr algn="l">
              <a:defRPr sz="25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cxnSp>
        <p:nvCxnSpPr>
          <p:cNvPr id="7" name="직선 화살표 연결선 6"/>
          <p:cNvCxnSpPr/>
          <p:nvPr userDrawn="1"/>
        </p:nvCxnSpPr>
        <p:spPr>
          <a:xfrm>
            <a:off x="500034" y="6286520"/>
            <a:ext cx="8215370" cy="1588"/>
          </a:xfrm>
          <a:prstGeom prst="straightConnector1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52"/>
          <p:cNvSpPr txBox="1">
            <a:spLocks noChangeArrowheads="1"/>
          </p:cNvSpPr>
          <p:nvPr userDrawn="1"/>
        </p:nvSpPr>
        <p:spPr bwMode="auto">
          <a:xfrm>
            <a:off x="8572528" y="6286520"/>
            <a:ext cx="236538" cy="27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36000" tIns="36000" rIns="36000" bIns="36000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fld id="{C5B49D31-9737-40AC-A433-FB34C8ECC24D}" type="slidenum">
              <a:rPr kumimoji="1" lang="en-US" altLang="ko-KR" sz="1300" b="1">
                <a:solidFill>
                  <a:schemeClr val="tx1"/>
                </a:solidFill>
                <a:latin typeface="Arial Narrow" pitchFamily="34" charset="0"/>
                <a:ea typeface="바탕체" pitchFamily="17" charset="-127"/>
              </a:rPr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t>‹#›</a:t>
            </a:fld>
            <a:endParaRPr kumimoji="1" lang="en-US" altLang="ko-KR" sz="1300" b="1" dirty="0">
              <a:solidFill>
                <a:schemeClr val="tx1"/>
              </a:solidFill>
              <a:latin typeface="Arial Narrow" pitchFamily="34" charset="0"/>
              <a:ea typeface="바탕체" pitchFamily="17" charset="-127"/>
            </a:endParaRPr>
          </a:p>
        </p:txBody>
      </p:sp>
      <p:cxnSp>
        <p:nvCxnSpPr>
          <p:cNvPr id="9" name="직선 화살표 연결선 8"/>
          <p:cNvCxnSpPr/>
          <p:nvPr userDrawn="1"/>
        </p:nvCxnSpPr>
        <p:spPr>
          <a:xfrm>
            <a:off x="516510" y="555004"/>
            <a:ext cx="8215370" cy="1588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1000124" y="1214438"/>
            <a:ext cx="1857363" cy="428612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86127-27AD-4327-B038-3D74323B08E0}" type="datetimeFigureOut">
              <a:rPr lang="ko-KR" altLang="en-US" smtClean="0"/>
              <a:pPr/>
              <a:t>2024-11-16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3EED3-A7B5-4231-915C-A1D1536ED18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556927"/>
              </p:ext>
            </p:extLst>
          </p:nvPr>
        </p:nvGraphicFramePr>
        <p:xfrm>
          <a:off x="107506" y="130324"/>
          <a:ext cx="8928988" cy="6157114"/>
        </p:xfrm>
        <a:graphic>
          <a:graphicData uri="http://schemas.openxmlformats.org/drawingml/2006/table">
            <a:tbl>
              <a:tblPr/>
              <a:tblGrid>
                <a:gridCol w="590718"/>
                <a:gridCol w="295359"/>
                <a:gridCol w="886076"/>
                <a:gridCol w="590718"/>
                <a:gridCol w="1098858"/>
                <a:gridCol w="1027352"/>
                <a:gridCol w="865486"/>
                <a:gridCol w="1181435"/>
                <a:gridCol w="590718"/>
                <a:gridCol w="794158"/>
                <a:gridCol w="1008110"/>
              </a:tblGrid>
              <a:tr h="29215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고객사</a:t>
                      </a:r>
                    </a:p>
                  </a:txBody>
                  <a:tcPr marL="6804" marR="6804" marT="68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SDC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804" marR="6804" marT="68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Model</a:t>
                      </a:r>
                    </a:p>
                  </a:txBody>
                  <a:tcPr marL="6804" marR="6804" marT="68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GAIA-P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804" marR="6804" marT="68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생산구분</a:t>
                      </a:r>
                    </a:p>
                  </a:txBody>
                  <a:tcPr marL="6804" marR="6804" marT="68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신규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804" marR="6804" marT="68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발생일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804" marR="6804" marT="68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2024.02.06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804" marR="6804" marT="68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5483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비정상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804" marR="6804" marT="68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정상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804" marR="6804" marT="68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826253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6804" marR="6804" marT="68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6804" marR="6804" marT="68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0458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부적합 현상</a:t>
                      </a:r>
                    </a:p>
                  </a:txBody>
                  <a:tcPr marL="6804" marR="6804" marT="68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r>
                        <a:rPr lang="en-US" altLang="ko-KR" sz="9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 Sol(YV400) ↔ Bypass Sol(YV431)</a:t>
                      </a:r>
                      <a:r>
                        <a:rPr kumimoji="0" lang="en-US" altLang="ko-KR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P&amp;ID </a:t>
                      </a:r>
                      <a:r>
                        <a:rPr kumimoji="0" lang="ko-KR" altLang="en-US" sz="9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스티커</a:t>
                      </a:r>
                      <a:r>
                        <a:rPr lang="en-US" altLang="ko-KR" sz="900" b="1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1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 부착</a:t>
                      </a:r>
                      <a:endParaRPr lang="en-US" altLang="ko-KR" sz="900" b="1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4016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불량 유형</a:t>
                      </a:r>
                    </a:p>
                  </a:txBody>
                  <a:tcPr marL="6804" marR="6804" marT="68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l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기구</a:t>
                      </a:r>
                      <a:r>
                        <a:rPr lang="ko-KR" altLang="en-US" sz="900" b="1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작업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2975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가동 조건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804" marR="6804" marT="68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altLang="ko-KR" sz="9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Main Sol(YV400) : N2</a:t>
                      </a:r>
                      <a:r>
                        <a:rPr lang="en-US" altLang="ko-KR" sz="900" b="1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1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압력이 정상 값일 때 설비 </a:t>
                      </a:r>
                      <a:r>
                        <a:rPr lang="en-US" altLang="ko-KR" sz="9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Manual</a:t>
                      </a:r>
                      <a:r>
                        <a:rPr lang="en-US" altLang="ko-KR" sz="900" b="1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1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가동 시 상시 </a:t>
                      </a:r>
                      <a:r>
                        <a:rPr lang="en-US" altLang="ko-KR" sz="900" b="1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N2</a:t>
                      </a:r>
                      <a:r>
                        <a:rPr lang="ko-KR" altLang="en-US" sz="9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Purge </a:t>
                      </a:r>
                    </a:p>
                    <a:p>
                      <a:pPr marL="0" indent="0" algn="l" fontAlgn="ctr">
                        <a:buNone/>
                      </a:pPr>
                      <a:r>
                        <a:rPr lang="en-US" altLang="ko-KR" sz="9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900" b="1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 </a:t>
                      </a:r>
                      <a:r>
                        <a:rPr lang="en-US" altLang="ko-KR" sz="900" b="1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N2</a:t>
                      </a:r>
                      <a:r>
                        <a:rPr lang="en-US" altLang="ko-KR" sz="900" b="1" i="0" kern="1200" baseline="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1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Purge </a:t>
                      </a:r>
                      <a:r>
                        <a:rPr lang="ko-KR" altLang="en-US" sz="900" b="1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구간</a:t>
                      </a:r>
                      <a:r>
                        <a:rPr lang="en-US" altLang="ko-KR" sz="900" b="1" i="0" kern="1200" baseline="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PAB Sensor , Exhaust Sensor , Process INLET </a:t>
                      </a:r>
                      <a:r>
                        <a:rPr lang="ko-KR" altLang="en-US" sz="900" b="1" i="0" kern="1200" baseline="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배관 </a:t>
                      </a:r>
                      <a:r>
                        <a:rPr lang="en-US" altLang="ko-KR" sz="900" b="1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altLang="ko-KR" sz="900" b="1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en-US" altLang="ko-KR" sz="9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Bypass Sol(YV431) : </a:t>
                      </a:r>
                      <a:r>
                        <a:rPr lang="ko-KR" altLang="en-US" sz="900" b="1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설비 정상</a:t>
                      </a:r>
                      <a:r>
                        <a:rPr lang="en-US" altLang="ko-KR" sz="900" b="1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1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가동 상태일 때</a:t>
                      </a:r>
                      <a:r>
                        <a:rPr lang="en-US" altLang="ko-KR" sz="900" b="1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1</a:t>
                      </a:r>
                      <a:r>
                        <a:rPr lang="ko-KR" altLang="en-US" sz="900" b="1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시간에 </a:t>
                      </a:r>
                      <a:r>
                        <a:rPr lang="en-US" altLang="ko-KR" sz="900" b="1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</a:t>
                      </a:r>
                      <a:r>
                        <a:rPr lang="ko-KR" altLang="en-US" sz="900" b="1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초 </a:t>
                      </a:r>
                      <a:r>
                        <a:rPr lang="en-US" altLang="ko-KR" sz="900" b="1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N2 Purge (</a:t>
                      </a:r>
                      <a:r>
                        <a:rPr lang="en-US" altLang="ko-KR" sz="900" b="1" i="0" kern="1200" baseline="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N2 </a:t>
                      </a:r>
                      <a:r>
                        <a:rPr lang="en-US" altLang="ko-KR" sz="900" b="1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Purge </a:t>
                      </a:r>
                      <a:r>
                        <a:rPr lang="ko-KR" altLang="en-US" sz="900" b="1" i="0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구간</a:t>
                      </a:r>
                      <a:r>
                        <a:rPr lang="en-US" altLang="ko-KR" sz="900" b="1" i="0" kern="1200" baseline="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BYPASS INLET </a:t>
                      </a:r>
                      <a:r>
                        <a:rPr lang="ko-KR" altLang="en-US" sz="900" b="1" i="0" kern="1200" baseline="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배관 </a:t>
                      </a:r>
                      <a:r>
                        <a:rPr lang="en-US" altLang="ko-KR" sz="900" b="1" i="0" kern="1200" baseline="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PAB Cylinder</a:t>
                      </a:r>
                      <a:r>
                        <a:rPr lang="ko-KR" altLang="en-US" sz="900" b="1" i="0" kern="1200" baseline="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1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5483"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804" marR="6804" marT="68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발생원인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804" marR="6804" marT="68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/>
                        <a:t>증상</a:t>
                      </a:r>
                      <a:endParaRPr lang="ko-KR" altLang="en-US" sz="1000" b="1" dirty="0"/>
                    </a:p>
                  </a:txBody>
                  <a:tcPr marL="6804" marR="6804" marT="68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대책방안</a:t>
                      </a:r>
                    </a:p>
                  </a:txBody>
                  <a:tcPr marL="6804" marR="6804" marT="68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/>
                        <a:t>개선 효과</a:t>
                      </a:r>
                      <a:endParaRPr lang="ko-KR" altLang="en-US" sz="1000" b="1" dirty="0"/>
                    </a:p>
                  </a:txBody>
                  <a:tcPr marL="6804" marR="6804" marT="68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</a:tr>
              <a:tr h="96988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작업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804" marR="6804" marT="68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28600" indent="-228600" algn="l" fontAlgn="ctr">
                        <a:lnSpc>
                          <a:spcPts val="1600"/>
                        </a:lnSpc>
                        <a:buNone/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발생원인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가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Sol’ Valve </a:t>
                      </a: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P&amp;ID </a:t>
                      </a: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도면 확인 하여 </a:t>
                      </a: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SV400, SV431</a:t>
                      </a: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  <a:endParaRPr kumimoji="0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인지</a:t>
                      </a: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하였으나 스티커 부착 과정에서 상하 오 부착</a:t>
                      </a:r>
                      <a:endParaRPr lang="en-US" altLang="ko-KR" sz="800" b="0" i="0" u="none" strike="noStrike" baseline="0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228600" indent="-228600" algn="l" fontAlgn="ctr">
                        <a:lnSpc>
                          <a:spcPts val="1600"/>
                        </a:lnSpc>
                        <a:buNone/>
                      </a:pP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나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눈관리 기준 전장  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Sol </a:t>
                      </a: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Connector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연결 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전장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 Sol(YV400) Bypass Sol(YV431)</a:t>
                      </a: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algn="l" latinLnBrk="1"/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눈 관리 스티커 오 부착으로 인해 </a:t>
                      </a: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Sol</a:t>
                      </a: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Connector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연결 오 체결 발생으로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N2 Purge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가동 조건 상 유입되는 구간이 달라짐</a:t>
                      </a:r>
                      <a:endParaRPr lang="ko-KR" altLang="en-US" sz="800" b="0" dirty="0"/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4">
                  <a:txBody>
                    <a:bodyPr/>
                    <a:lstStyle/>
                    <a:p>
                      <a:pPr marL="0" indent="0" algn="l" fontAlgn="ctr">
                        <a:lnSpc>
                          <a:spcPts val="1600"/>
                        </a:lnSpc>
                        <a:buNone/>
                      </a:pP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 P&amp;ID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N2 Line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Sol Out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단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구성과 기구 조립 구간을 </a:t>
                      </a:r>
                      <a:endParaRPr lang="en-US" altLang="ko-KR" sz="800" b="0" i="0" u="none" strike="noStrike" baseline="0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indent="0" algn="l" fontAlgn="ctr">
                        <a:lnSpc>
                          <a:spcPts val="1600"/>
                        </a:lnSpc>
                        <a:buNone/>
                      </a:pP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확인 하고 눈 관리 스티커 부착 </a:t>
                      </a:r>
                      <a:endParaRPr lang="en-US" altLang="ko-KR" sz="800" b="0" i="0" u="none" strike="noStrike" baseline="0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2.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기구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작업자 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P&amp;ID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내부교육 실시</a:t>
                      </a:r>
                      <a:endParaRPr lang="en-US" altLang="ko-KR" sz="800" b="0" i="0" u="none" strike="noStrike" baseline="0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indent="0" algn="l" fontAlgn="ctr">
                        <a:lnSpc>
                          <a:spcPts val="1600"/>
                        </a:lnSpc>
                        <a:buNone/>
                      </a:pPr>
                      <a:r>
                        <a:rPr lang="en-US" altLang="ko-KR" sz="8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  <a:p>
                      <a:pPr marL="0" indent="0" algn="l" fontAlgn="ctr">
                        <a:lnSpc>
                          <a:spcPts val="1600"/>
                        </a:lnSpc>
                        <a:buNone/>
                      </a:pPr>
                      <a:endParaRPr lang="en-US" altLang="ko-KR" sz="800" b="0" i="0" u="none" strike="noStrike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fontAlgn="ctr">
                        <a:lnSpc>
                          <a:spcPts val="1600"/>
                        </a:lnSpc>
                        <a:buNone/>
                      </a:pPr>
                      <a:endParaRPr lang="en-US" altLang="ko-KR" sz="800" b="0" i="0" u="none" strike="noStrike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fontAlgn="ctr">
                        <a:lnSpc>
                          <a:spcPts val="1600"/>
                        </a:lnSpc>
                        <a:buNone/>
                      </a:pPr>
                      <a:endParaRPr lang="en-US" altLang="ko-KR" sz="800" b="0" i="0" u="none" strike="noStrike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fontAlgn="ctr">
                        <a:lnSpc>
                          <a:spcPts val="1600"/>
                        </a:lnSpc>
                        <a:buNone/>
                      </a:pPr>
                      <a:endParaRPr lang="en-US" altLang="ko-KR" sz="800" b="0" i="0" u="none" strike="noStrike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0" algn="l" fontAlgn="ctr">
                        <a:lnSpc>
                          <a:spcPts val="1600"/>
                        </a:lnSpc>
                        <a:buNone/>
                      </a:pP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P&amp;ID </a:t>
                      </a:r>
                      <a:r>
                        <a:rPr lang="ko-KR" altLang="en-US" sz="9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교육 으로 </a:t>
                      </a:r>
                      <a:endParaRPr lang="en-US" altLang="ko-KR" sz="900" baseline="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smtClean="0">
                          <a:latin typeface="Tahoma" pitchFamily="34" charset="0"/>
                          <a:ea typeface="맑은 고딕" pitchFamily="50" charset="-127"/>
                          <a:cs typeface="Tahoma" pitchFamily="34" charset="0"/>
                        </a:rPr>
                        <a:t>설비 </a:t>
                      </a:r>
                      <a:r>
                        <a:rPr lang="en-US" altLang="ko-KR" sz="900" b="0" dirty="0" smtClean="0">
                          <a:latin typeface="Tahoma" pitchFamily="34" charset="0"/>
                          <a:ea typeface="맑은 고딕" pitchFamily="50" charset="-127"/>
                          <a:cs typeface="Tahoma" pitchFamily="34" charset="0"/>
                        </a:rPr>
                        <a:t>Part`s </a:t>
                      </a:r>
                      <a:r>
                        <a:rPr lang="ko-KR" altLang="en-US" sz="900" b="0" dirty="0" smtClean="0">
                          <a:latin typeface="Tahoma" pitchFamily="34" charset="0"/>
                          <a:ea typeface="맑은 고딕" pitchFamily="50" charset="-127"/>
                          <a:cs typeface="Tahoma" pitchFamily="34" charset="0"/>
                        </a:rPr>
                        <a:t>위치 확인 및 종류 및 연관 관계 를 이해 하여 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눈 관리 스티커 오 부착 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방지</a:t>
                      </a:r>
                      <a:endParaRPr lang="ko-KR" altLang="en-US" sz="900" b="0" dirty="0" smtClean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122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검사</a:t>
                      </a:r>
                    </a:p>
                  </a:txBody>
                  <a:tcPr marL="6804" marR="6804" marT="680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228600" indent="-228600" algn="l" fontAlgn="ctr">
                        <a:lnSpc>
                          <a:spcPts val="1600"/>
                        </a:lnSpc>
                        <a:buNone/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미검출 사유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가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기구 전장 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Cross Check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검수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미흡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-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양산장비 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Cross Check 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확인유지 중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- </a:t>
                      </a: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발생장비 신규장비로 </a:t>
                      </a: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Cross Check </a:t>
                      </a:r>
                      <a:r>
                        <a:rPr kumimoji="1" lang="ko-KR" altLang="en-US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누락</a:t>
                      </a:r>
                      <a:r>
                        <a:rPr kumimoji="1" lang="en-US" altLang="ko-KR" sz="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IO Check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 전기 신호만 확인 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-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SDC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향 설비 가동 조건 으로는 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 Check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검사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방식으로는 검출하기 어려움</a:t>
                      </a: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+mj-lt"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marL="0" indent="0" algn="l" fontAlgn="ctr">
                        <a:lnSpc>
                          <a:spcPts val="1600"/>
                        </a:lnSpc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555334" y="-23501992"/>
            <a:ext cx="2700000" cy="36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658" y="693145"/>
            <a:ext cx="4416341" cy="1655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7"/>
          <a:stretch/>
        </p:blipFill>
        <p:spPr bwMode="auto">
          <a:xfrm>
            <a:off x="6860129" y="692696"/>
            <a:ext cx="2104359" cy="16561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730" y="684745"/>
            <a:ext cx="2151840" cy="1704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114" y="4869160"/>
            <a:ext cx="3212194" cy="1224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138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권준식 서식파일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tlCol="0" anchor="ctr"/>
      <a:lstStyle>
        <a:defPPr algn="ctr">
          <a:defRPr sz="11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권준식 서식파일</Template>
  <TotalTime>12340</TotalTime>
  <Words>266</Words>
  <Application>Microsoft Office PowerPoint</Application>
  <PresentationFormat>화면 슬라이드 쇼(4:3)</PresentationFormat>
  <Paragraphs>50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권준식 서식파일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HP</dc:creator>
  <cp:lastModifiedBy>user</cp:lastModifiedBy>
  <cp:revision>373</cp:revision>
  <cp:lastPrinted>2024-02-14T07:39:41Z</cp:lastPrinted>
  <dcterms:created xsi:type="dcterms:W3CDTF">2018-02-19T10:05:14Z</dcterms:created>
  <dcterms:modified xsi:type="dcterms:W3CDTF">2024-11-16T05:31:24Z</dcterms:modified>
</cp:coreProperties>
</file>